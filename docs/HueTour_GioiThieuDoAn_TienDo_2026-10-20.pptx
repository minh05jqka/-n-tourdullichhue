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a11a3d23d144a5" /><Relationship Type="http://schemas.openxmlformats.org/officeDocument/2006/relationships/extended-properties" Target="/docProps/app.xml" Id="Rb003d9ba1f07458a" /><Relationship Type="http://schemas.openxmlformats.org/officeDocument/2006/relationships/officeDocument" Target="/ppt/presentation.xml" Id="Rc6c735482d9e4afd" /></Relationships>
</file>

<file path=ppt/presentation.xml><?xml version="1.0" encoding="utf-8"?>
<p:presentation xmlns:p="http://schemas.openxmlformats.org/presentationml/2006/main">
  <p:sldMasterIdLst>
    <p:sldMasterId xmlns:r="http://schemas.openxmlformats.org/officeDocument/2006/relationships" id="2147483648" r:id="R9716bbd8a51244c2"/>
  </p:sldMasterIdLst>
  <p:notesMasterIdLst>
    <p:notesMasterId xmlns:r="http://schemas.openxmlformats.org/officeDocument/2006/relationships" r:id="R58083c2f276a4fee"/>
  </p:notesMasterIdLst>
  <p:sldIdLst>
    <p:sldId xmlns:r="http://schemas.openxmlformats.org/officeDocument/2006/relationships" id="256" r:id="R886e1df9f7ab40f9"/>
    <p:sldId xmlns:r="http://schemas.openxmlformats.org/officeDocument/2006/relationships" id="257" r:id="R19547482d6d34aca"/>
    <p:sldId xmlns:r="http://schemas.openxmlformats.org/officeDocument/2006/relationships" id="258" r:id="Ra03df1cdccba4c16"/>
    <p:sldId xmlns:r="http://schemas.openxmlformats.org/officeDocument/2006/relationships" id="259" r:id="Rc8788b6ac32d46ef"/>
    <p:sldId xmlns:r="http://schemas.openxmlformats.org/officeDocument/2006/relationships" id="260" r:id="R390f936b70724e15"/>
    <p:sldId xmlns:r="http://schemas.openxmlformats.org/officeDocument/2006/relationships" id="261" r:id="R21f01584150b4a72"/>
    <p:sldId xmlns:r="http://schemas.openxmlformats.org/officeDocument/2006/relationships" id="262" r:id="Rd76b7922062145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6d75684a30406f" /><Relationship Type="http://schemas.openxmlformats.org/officeDocument/2006/relationships/slideMaster" Target="/ppt/slideMasters/slideMaster1.xml" Id="R9716bbd8a51244c2" /><Relationship Type="http://schemas.openxmlformats.org/officeDocument/2006/relationships/notesMaster" Target="/ppt/notesMasters/notesMaster1.xml" Id="R58083c2f276a4fee" /><Relationship Type="http://schemas.openxmlformats.org/officeDocument/2006/relationships/presProps" Target="/ppt/presProps.xml" Id="R5492a8576bed42f9" /><Relationship Type="http://schemas.openxmlformats.org/officeDocument/2006/relationships/tableStyles" Target="/ppt/tableStyles.xml" Id="R2ec63f85b9f24778" /><Relationship Type="http://schemas.openxmlformats.org/officeDocument/2006/relationships/slide" Target="/ppt/slides/slide1.xml" Id="R886e1df9f7ab40f9" /><Relationship Type="http://schemas.openxmlformats.org/officeDocument/2006/relationships/slide" Target="/ppt/slides/slide2.xml" Id="R19547482d6d34aca" /><Relationship Type="http://schemas.openxmlformats.org/officeDocument/2006/relationships/slide" Target="/ppt/slides/slide3.xml" Id="Ra03df1cdccba4c16" /><Relationship Type="http://schemas.openxmlformats.org/officeDocument/2006/relationships/slide" Target="/ppt/slides/slide4.xml" Id="Rc8788b6ac32d46ef" /><Relationship Type="http://schemas.openxmlformats.org/officeDocument/2006/relationships/slide" Target="/ppt/slides/slide5.xml" Id="R390f936b70724e15" /><Relationship Type="http://schemas.openxmlformats.org/officeDocument/2006/relationships/slide" Target="/ppt/slides/slide6.xml" Id="R21f01584150b4a72" /><Relationship Type="http://schemas.openxmlformats.org/officeDocument/2006/relationships/slide" Target="/ppt/slides/slide7.xml" Id="Rd76b7922062145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c2fe9b031945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40e5e7b1ec4015" /><Relationship Type="http://schemas.openxmlformats.org/officeDocument/2006/relationships/notesMaster" Target="/ppt/notesMasters/notesMaster1.xml" Id="R5899d840775e45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1758ae64244133" /><Relationship Type="http://schemas.openxmlformats.org/officeDocument/2006/relationships/notesMaster" Target="/ppt/notesMasters/notesMaster1.xml" Id="Rbcacfcdaadee4d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2bd437bea74857" /><Relationship Type="http://schemas.openxmlformats.org/officeDocument/2006/relationships/notesMaster" Target="/ppt/notesMasters/notesMaster1.xml" Id="Re75508d85c4b4c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28c595820243d4" /><Relationship Type="http://schemas.openxmlformats.org/officeDocument/2006/relationships/notesMaster" Target="/ppt/notesMasters/notesMaster1.xml" Id="Rec5898b502fa43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2bf9f53ebe4209" /><Relationship Type="http://schemas.openxmlformats.org/officeDocument/2006/relationships/notesMaster" Target="/ppt/notesMasters/notesMaster1.xml" Id="Rf2b206728c0b49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8a986427994351" /><Relationship Type="http://schemas.openxmlformats.org/officeDocument/2006/relationships/notesMaster" Target="/ppt/notesMasters/notesMaster1.xml" Id="Rcabe5a55fa2543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96b9c481094d77" /><Relationship Type="http://schemas.openxmlformats.org/officeDocument/2006/relationships/notesMaster" Target="/ppt/notesMasters/notesMaster1.xml" Id="R8fd5f5bbb3dc4c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Ngọ Môn: Vyacheslav Argenberg, CC BY 4.0. Nguồn: https://commons.wikimedia.org/wiki/File:Vietnam,_Hue,_Imperial_City_of_Hue,_Gate.jpg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Lăng Khải Định: dronepicr, CC BY 2.0. Nguồn: https://commons.wikimedia.org/wiki/File:Khai_Dinh_tomb_Hue_(27767136409).jpg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đầm Tam Giang: yuchinkay, CC BY 2.0. https://commons.wikimedia.org/wiki/File:Tam_Giang_lagoon.jpg</a:t>
            </a:r>
          </a:p>
          <a:p xmlns:a="http://schemas.openxmlformats.org/drawingml/2006/main">
            <a:r>
              <a:t>Ảnh cầu Trường Tiền: giấy phép CC BY 4.0 theo trang tệp. https://commons.wikimedia.org/wiki/File:Truong_Tien_bridge_(I).jpg</a:t>
            </a:r>
          </a:p>
          <a:p xmlns:a="http://schemas.openxmlformats.org/drawingml/2006/main">
            <a:r>
              <a:t>Ảnh bún bò Huế: Kham Tran, CC BY 3.0. https://commons.wikimedia.org/wiki/File:Bun-Bo-Hue-2008.jpg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 tắc đặt tour và mức giá được tóm tắt từ phần luật nghiệp vụ trong đồ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chùa Thiên Mụ: Dominik Tefert, public domain. Nguồn: https://commons.wikimedia.org/wiki/File:Hue_Thien_Mu-Pagoda.JPG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Tiến độ đối chiếu theo mã nguồn, README.md và GRADING.md, cập nhật ngày 20/10/2026. Script và sơ đồ SQL đã hoàn thiện; chưa xác nhận luồng end-to-end trên SQL Server thật. Các chức năng nêu ở cột trái đã có bằng chứng trong mã nguồn.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tin sinh viên và môn học được lấy từ ảnh người dùng gửi. Repository: https://github.com/Minh05JQKA/-n-TourDulLichHue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7cc5683bd248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6665cdd03c43dc" /><Relationship Type="http://schemas.openxmlformats.org/officeDocument/2006/relationships/slideLayout" Target="/ppt/slideLayouts/slideLayout1.xml" Id="Rbf9bc6896fba46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9bc6896fba46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f90dd65130467f" /><Relationship Type="http://schemas.openxmlformats.org/officeDocument/2006/relationships/image" Target="/ppt/media/image.jpeg" Id="R20f48c141b4e459a" /><Relationship Type="http://schemas.openxmlformats.org/officeDocument/2006/relationships/notesSlide" Target="/ppt/notesSlides/notesSlide1.xml" Id="Re3fb1a6e48ae40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6bef15a8cb41ad" /><Relationship Type="http://schemas.openxmlformats.org/officeDocument/2006/relationships/image" Target="/ppt/media/image2.jpeg" Id="R00564be64b454d98" /><Relationship Type="http://schemas.openxmlformats.org/officeDocument/2006/relationships/notesSlide" Target="/ppt/notesSlides/notesSlide2.xml" Id="R0f209657ab2a47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d28b89e8ad49c1" /><Relationship Type="http://schemas.openxmlformats.org/officeDocument/2006/relationships/image" Target="/ppt/media/image3.jpeg" Id="R99c048ad71564e7f" /><Relationship Type="http://schemas.openxmlformats.org/officeDocument/2006/relationships/image" Target="/ppt/media/image4.jpeg" Id="Rb43e452361f64ac3" /><Relationship Type="http://schemas.openxmlformats.org/officeDocument/2006/relationships/image" Target="/ppt/media/image5.jpeg" Id="Recababd4bbbd4e46" /><Relationship Type="http://schemas.openxmlformats.org/officeDocument/2006/relationships/notesSlide" Target="/ppt/notesSlides/notesSlide3.xml" Id="Rcd94d229360746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c9e410c36246a9" /><Relationship Type="http://schemas.openxmlformats.org/officeDocument/2006/relationships/notesSlide" Target="/ppt/notesSlides/notesSlide4.xml" Id="R21a2c6c668b24e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b68763356b4a30" /><Relationship Type="http://schemas.openxmlformats.org/officeDocument/2006/relationships/image" Target="/ppt/media/image6.jpeg" Id="Rc309108602ce4ef9" /><Relationship Type="http://schemas.openxmlformats.org/officeDocument/2006/relationships/notesSlide" Target="/ppt/notesSlides/notesSlide5.xml" Id="Rad0cd7700e4048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28883485f642c5" /><Relationship Type="http://schemas.openxmlformats.org/officeDocument/2006/relationships/notesSlide" Target="/ppt/notesSlides/notesSlide6.xml" Id="Rb2f2f12a030f48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022ef08d13479e" /><Relationship Type="http://schemas.openxmlformats.org/officeDocument/2006/relationships/notesSlide" Target="/ppt/notesSlides/notesSlide7.xml" Id="R5041a92a7cb247e1" /></Relationships>
</file>

<file path=ppt/slides/slide1.xml><?xml version="1.0" encoding="utf-8"?>
<p:sld xmlns:p="http://schemas.openxmlformats.org/presentationml/2006/main">
  <p:cSld>
    <p:bg>
      <p:bgPr>
        <a:solidFill xmlns:a="http://schemas.openxmlformats.org/drawingml/2006/main">
          <a:srgbClr val="3B1644"/>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68381E4-BB48-48E5-9A36-FDEE9D41A32E}"/>
              </a:ext>
            </a:extLst>
          </p:cNvPr>
          <p:cNvPicPr>
            <a:picLocks xmlns:a="http://schemas.openxmlformats.org/drawingml/2006/main" noChangeAspect="1"/>
          </p:cNvPicPr>
          <p:nvPr/>
        </p:nvPicPr>
        <p:blipFill>
          <a:blip xmlns:r="http://schemas.openxmlformats.org/officeDocument/2006/relationships" xmlns:a="http://schemas.openxmlformats.org/drawingml/2006/main" r:embed="R20f48c141b4e459a"/>
          <a:srcRect xmlns:a="http://schemas.openxmlformats.org/drawingml/2006/main" l="21287" t="0" r="21287" b="0"/>
          <a:stretch xmlns:a="http://schemas.openxmlformats.org/drawingml/2006/main">
            <a:fillRect l="0" t="0" r="0" b="0"/>
          </a:stretch>
        </p:blipFill>
        <p:spPr>
          <a:xfrm xmlns:a="http://schemas.openxmlformats.org/drawingml/2006/main">
            <a:off x="0" y="0"/>
            <a:ext cx="5905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33689F-39F3-488A-88A1-FEE34F79FB99}"/>
              </a:ext>
            </a:extLst>
          </p:cNvPr>
          <p:cNvSpPr>
            <a:spLocks xmlns:a="http://schemas.openxmlformats.org/drawingml/2006/main" noGrp="1"/>
          </p:cNvSpPr>
          <p:nvPr/>
        </p:nvSpPr>
        <p:spPr>
          <a:xfrm xmlns:a="http://schemas.openxmlformats.org/drawingml/2006/main">
            <a:off x="6534150" y="13525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D6AA3A"/>
                </a:solidFill>
                <a:latin typeface="Arial"/>
                <a:ea typeface="Arial"/>
                <a:cs typeface="Arial"/>
              </a:defRPr>
            </a:pPr>
            <a:r>
              <a:rPr sz="1575" b="1">
                <a:solidFill>
                  <a:srgbClr val="D6AA3A"/>
                </a:solidFill>
                <a:latin typeface="Arial"/>
                <a:ea typeface="Arial"/>
                <a:cs typeface="Arial"/>
              </a:rPr>
              <a:t>HUẾ TOUR BOOKING</a:t>
            </a:r>
          </a:p>
        </p:txBody>
      </p:sp>
      <p:sp>
        <p:nvSpPr>
          <p:cNvPr id="3" name="">
            <a:extLst xmlns:a="http://schemas.openxmlformats.org/drawingml/2006/main">
              <a:ext uri="{FF2B5EF4-FFF2-40B4-BE49-F238E27FC236}">
                <a16:creationId xmlns:a16="http://schemas.microsoft.com/office/drawing/2014/main" id="{E4BC15E3-5DE6-4883-BC1C-83D9F475B0BE}"/>
              </a:ext>
            </a:extLst>
          </p:cNvPr>
          <p:cNvSpPr>
            <a:spLocks xmlns:a="http://schemas.openxmlformats.org/drawingml/2006/main" noGrp="1"/>
          </p:cNvSpPr>
          <p:nvPr/>
        </p:nvSpPr>
        <p:spPr>
          <a:xfrm xmlns:a="http://schemas.openxmlformats.org/drawingml/2006/main">
            <a:off x="6534150" y="1971675"/>
            <a:ext cx="4953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350" b="1">
                <a:solidFill>
                  <a:srgbClr val="FFFFFF"/>
                </a:solidFill>
                <a:latin typeface="Arial"/>
                <a:ea typeface="Arial"/>
                <a:cs typeface="Arial"/>
              </a:defRPr>
            </a:pPr>
            <a:r>
              <a:rPr sz="4350" b="1">
                <a:solidFill>
                  <a:srgbClr val="FFFFFF"/>
                </a:solidFill>
                <a:latin typeface="Arial"/>
                <a:ea typeface="Arial"/>
                <a:cs typeface="Arial"/>
              </a:rPr>
              <a:t>ĐẶT TOUR</a:t>
            </a:r>
          </a:p>
          <a:p xmlns:a="http://schemas.openxmlformats.org/drawingml/2006/main">
            <a:pPr algn="l">
              <a:buNone/>
              <a:defRPr sz="4350" b="1">
                <a:solidFill>
                  <a:srgbClr val="FFFFFF"/>
                </a:solidFill>
                <a:latin typeface="Arial"/>
                <a:ea typeface="Arial"/>
                <a:cs typeface="Arial"/>
              </a:defRPr>
            </a:pPr>
            <a:r>
              <a:rPr sz="4350" b="1">
                <a:solidFill>
                  <a:srgbClr val="FFFFFF"/>
                </a:solidFill>
                <a:latin typeface="Arial"/>
                <a:ea typeface="Arial"/>
                <a:cs typeface="Arial"/>
              </a:rPr>
              <a:t>DU LỊCH HUẾ</a:t>
            </a:r>
          </a:p>
        </p:txBody>
      </p:sp>
      <p:sp>
        <p:nvSpPr>
          <p:cNvPr id="4" name="">
            <a:extLst xmlns:a="http://schemas.openxmlformats.org/drawingml/2006/main">
              <a:ext uri="{FF2B5EF4-FFF2-40B4-BE49-F238E27FC236}">
                <a16:creationId xmlns:a16="http://schemas.microsoft.com/office/drawing/2014/main" id="{A442269A-660B-434C-99B3-102A8C255BED}"/>
              </a:ext>
            </a:extLst>
          </p:cNvPr>
          <p:cNvSpPr>
            <a:spLocks xmlns:a="http://schemas.openxmlformats.org/drawingml/2006/main" noGrp="1"/>
          </p:cNvSpPr>
          <p:nvPr/>
        </p:nvSpPr>
        <p:spPr>
          <a:xfrm xmlns:a="http://schemas.openxmlformats.org/drawingml/2006/main">
            <a:off x="6553200" y="37909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9"/>
          </a:bodyPr>
          <a:lstStyle xmlns:a="http://schemas.openxmlformats.org/drawingml/2006/main"/>
          <a:p xmlns:a="http://schemas.openxmlformats.org/drawingml/2006/main">
            <a:pPr algn="l">
              <a:buNone/>
              <a:defRPr sz="2025" b="0">
                <a:solidFill>
                  <a:srgbClr val="F3EAF3"/>
                </a:solidFill>
                <a:latin typeface="Arial"/>
                <a:ea typeface="Arial"/>
                <a:cs typeface="Arial"/>
              </a:defRPr>
            </a:pPr>
            <a:r>
              <a:rPr sz="2025" b="0">
                <a:solidFill>
                  <a:srgbClr val="F3EAF3"/>
                </a:solidFill>
                <a:latin typeface="Arial"/>
                <a:ea typeface="Arial"/>
                <a:cs typeface="Arial"/>
              </a:rPr>
              <a:t>Đồ án phát triển ứng dụng web bằng .NET</a:t>
            </a:r>
          </a:p>
        </p:txBody>
      </p:sp>
      <p:sp>
        <p:nvSpPr>
          <p:cNvPr id="5" name="">
            <a:extLst xmlns:a="http://schemas.openxmlformats.org/drawingml/2006/main">
              <a:ext uri="{FF2B5EF4-FFF2-40B4-BE49-F238E27FC236}">
                <a16:creationId xmlns:a16="http://schemas.microsoft.com/office/drawing/2014/main" id="{0D1C758B-B197-4669-9D02-5323E2445EE3}"/>
              </a:ext>
            </a:extLst>
          </p:cNvPr>
          <p:cNvSpPr>
            <a:spLocks xmlns:a="http://schemas.openxmlformats.org/drawingml/2006/main" noGrp="1"/>
          </p:cNvSpPr>
          <p:nvPr/>
        </p:nvSpPr>
        <p:spPr>
          <a:xfrm xmlns:a="http://schemas.openxmlformats.org/drawingml/2006/main">
            <a:off x="6553200" y="53911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F3EAF3"/>
                </a:solidFill>
                <a:latin typeface="Arial"/>
                <a:ea typeface="Arial"/>
                <a:cs typeface="Arial"/>
              </a:defRPr>
            </a:pPr>
            <a:r>
              <a:rPr sz="1500" b="0">
                <a:solidFill>
                  <a:srgbClr val="F3EAF3"/>
                </a:solidFill>
                <a:latin typeface="Arial"/>
                <a:ea typeface="Arial"/>
                <a:cs typeface="Arial"/>
              </a:rPr>
              <a:t>Lương Quang Hoàng Minh  ·  23K4080038</a:t>
            </a:r>
          </a:p>
        </p:txBody>
      </p:sp>
      <p:sp>
        <p:nvSpPr>
          <p:cNvPr id="6" name="">
            <a:extLst xmlns:a="http://schemas.openxmlformats.org/drawingml/2006/main">
              <a:ext uri="{FF2B5EF4-FFF2-40B4-BE49-F238E27FC236}">
                <a16:creationId xmlns:a16="http://schemas.microsoft.com/office/drawing/2014/main" id="{799380B0-A581-4C7B-B124-3967D5137818}"/>
              </a:ext>
            </a:extLst>
          </p:cNvPr>
          <p:cNvSpPr>
            <a:spLocks xmlns:a="http://schemas.openxmlformats.org/drawingml/2006/main" noGrp="1"/>
          </p:cNvSpPr>
          <p:nvPr/>
        </p:nvSpPr>
        <p:spPr>
          <a:xfrm xmlns:a="http://schemas.openxmlformats.org/drawingml/2006/main">
            <a:off x="6553200" y="58197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D6AA3A"/>
                </a:solidFill>
                <a:latin typeface="Arial"/>
                <a:ea typeface="Arial"/>
                <a:cs typeface="Arial"/>
              </a:defRPr>
            </a:pPr>
            <a:r>
              <a:rPr sz="1350" b="0">
                <a:solidFill>
                  <a:srgbClr val="D6AA3A"/>
                </a:solidFill>
                <a:latin typeface="Arial"/>
                <a:ea typeface="Arial"/>
                <a:cs typeface="Arial"/>
              </a:rPr>
              <a:t>K57HTTTQL  |  Đại học Kinh tế Huế</a:t>
            </a:r>
          </a:p>
        </p:txBody>
      </p:sp>
    </p:spTree>
    <p:extLst>
      <p:ext uri="{BB962C8B-B14F-4D97-AF65-F5344CB8AC3E}">
        <p14:creationId xmlns:p14="http://schemas.microsoft.com/office/powerpoint/2010/main" val="781783504"/>
      </p:ext>
    </p:extLst>
  </p:cSld>
</p:sld>
</file>

<file path=ppt/slides/slide2.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4E65FF-1536-44D1-A883-91DB9BC6BFB0}"/>
              </a:ext>
            </a:extLst>
          </p:cNvPr>
          <p:cNvSpPr>
            <a:spLocks xmlns:a="http://schemas.openxmlformats.org/drawingml/2006/main" noGrp="1"/>
          </p:cNvSpPr>
          <p:nvPr/>
        </p:nvSpPr>
        <p:spPr>
          <a:xfrm xmlns:a="http://schemas.openxmlformats.org/drawingml/2006/main">
            <a:off x="685800" y="55245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542255"/>
                </a:solidFill>
                <a:latin typeface="Arial"/>
                <a:ea typeface="Arial"/>
                <a:cs typeface="Arial"/>
              </a:defRPr>
            </a:pPr>
            <a:r>
              <a:rPr sz="1350" b="1">
                <a:solidFill>
                  <a:srgbClr val="542255"/>
                </a:solidFill>
                <a:latin typeface="Arial"/>
                <a:ea typeface="Arial"/>
                <a:cs typeface="Arial"/>
              </a:rPr>
              <a:t>TỔNG QUAN ĐỒ ÁN</a:t>
            </a:r>
          </a:p>
        </p:txBody>
      </p:sp>
      <p:sp>
        <p:nvSpPr>
          <p:cNvPr id="2" name="">
            <a:extLst xmlns:a="http://schemas.openxmlformats.org/drawingml/2006/main">
              <a:ext uri="{FF2B5EF4-FFF2-40B4-BE49-F238E27FC236}">
                <a16:creationId xmlns:a16="http://schemas.microsoft.com/office/drawing/2014/main" id="{2D7FBB68-F7DD-4683-AEF0-0648FC15970D}"/>
              </a:ext>
            </a:extLst>
          </p:cNvPr>
          <p:cNvSpPr>
            <a:spLocks xmlns:a="http://schemas.openxmlformats.org/drawingml/2006/main" noGrp="1"/>
          </p:cNvSpPr>
          <p:nvPr/>
        </p:nvSpPr>
        <p:spPr>
          <a:xfrm xmlns:a="http://schemas.openxmlformats.org/drawingml/2006/main">
            <a:off x="685800" y="1066800"/>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300" b="1">
                <a:solidFill>
                  <a:srgbClr val="211B22"/>
                </a:solidFill>
                <a:latin typeface="Arial"/>
                <a:ea typeface="Arial"/>
                <a:cs typeface="Arial"/>
              </a:defRPr>
            </a:pPr>
            <a:r>
              <a:rPr sz="3300" b="1">
                <a:solidFill>
                  <a:srgbClr val="211B22"/>
                </a:solidFill>
                <a:latin typeface="Arial"/>
                <a:ea typeface="Arial"/>
                <a:cs typeface="Arial"/>
              </a:rPr>
              <a:t>Một điểm bắt đầu</a:t>
            </a:r>
          </a:p>
          <a:p xmlns:a="http://schemas.openxmlformats.org/drawingml/2006/main">
            <a:pPr algn="l">
              <a:buNone/>
              <a:defRPr sz="3300" b="1">
                <a:solidFill>
                  <a:srgbClr val="211B22"/>
                </a:solidFill>
                <a:latin typeface="Arial"/>
                <a:ea typeface="Arial"/>
                <a:cs typeface="Arial"/>
              </a:defRPr>
            </a:pPr>
            <a:r>
              <a:rPr sz="3300" b="1">
                <a:solidFill>
                  <a:srgbClr val="211B22"/>
                </a:solidFill>
                <a:latin typeface="Arial"/>
                <a:ea typeface="Arial"/>
                <a:cs typeface="Arial"/>
              </a:rPr>
              <a:t>để khám phá Huế</a:t>
            </a:r>
          </a:p>
        </p:txBody>
      </p:sp>
      <p:sp>
        <p:nvSpPr>
          <p:cNvPr id="3" name="">
            <a:extLst xmlns:a="http://schemas.openxmlformats.org/drawingml/2006/main">
              <a:ext uri="{FF2B5EF4-FFF2-40B4-BE49-F238E27FC236}">
                <a16:creationId xmlns:a16="http://schemas.microsoft.com/office/drawing/2014/main" id="{32452664-87A9-4278-B9E4-AF4A62969606}"/>
              </a:ext>
            </a:extLst>
          </p:cNvPr>
          <p:cNvSpPr>
            <a:spLocks xmlns:a="http://schemas.openxmlformats.org/drawingml/2006/main" noGrp="1"/>
          </p:cNvSpPr>
          <p:nvPr/>
        </p:nvSpPr>
        <p:spPr>
          <a:xfrm xmlns:a="http://schemas.openxmlformats.org/drawingml/2006/main">
            <a:off x="704850" y="25717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0">
                <a:solidFill>
                  <a:srgbClr val="5D5660"/>
                </a:solidFill>
                <a:latin typeface="Arial"/>
                <a:ea typeface="Arial"/>
                <a:cs typeface="Arial"/>
              </a:defRPr>
            </a:pPr>
            <a:r>
              <a:rPr sz="1875" b="0">
                <a:solidFill>
                  <a:srgbClr val="5D5660"/>
                </a:solidFill>
                <a:latin typeface="Arial"/>
                <a:ea typeface="Arial"/>
                <a:cs typeface="Arial"/>
              </a:rPr>
              <a:t>Hue Tour Booking giới thiệu các hành trình di sản, sinh thái và ẩm thực tại Huế. Khách có thể tìm tour, xem lịch khởi hành và gửi thông tin đặt chỗ trên cùng một website.</a:t>
            </a:r>
          </a:p>
        </p:txBody>
      </p:sp>
      <p:sp>
        <p:nvSpPr>
          <p:cNvPr id="4" name="">
            <a:extLst xmlns:a="http://schemas.openxmlformats.org/drawingml/2006/main">
              <a:ext uri="{FF2B5EF4-FFF2-40B4-BE49-F238E27FC236}">
                <a16:creationId xmlns:a16="http://schemas.microsoft.com/office/drawing/2014/main" id="{E5357E79-9899-46B3-94A3-BEAAB8017D79}"/>
              </a:ext>
            </a:extLst>
          </p:cNvPr>
          <p:cNvSpPr>
            <a:spLocks xmlns:a="http://schemas.openxmlformats.org/drawingml/2006/main" noGrp="1"/>
          </p:cNvSpPr>
          <p:nvPr/>
        </p:nvSpPr>
        <p:spPr>
          <a:xfrm xmlns:a="http://schemas.openxmlformats.org/drawingml/2006/main">
            <a:off x="704850" y="45910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3B1644"/>
                </a:solidFill>
                <a:latin typeface="Arial"/>
                <a:ea typeface="Arial"/>
                <a:cs typeface="Arial"/>
              </a:defRPr>
            </a:pPr>
            <a:r>
              <a:rPr sz="2025" b="1">
                <a:solidFill>
                  <a:srgbClr val="3B1644"/>
                </a:solidFill>
                <a:latin typeface="Arial"/>
                <a:ea typeface="Arial"/>
                <a:cs typeface="Arial"/>
              </a:rPr>
              <a:t>Sáu hành trình mẫu</a:t>
            </a:r>
          </a:p>
        </p:txBody>
      </p:sp>
      <p:sp>
        <p:nvSpPr>
          <p:cNvPr id="5" name="">
            <a:extLst xmlns:a="http://schemas.openxmlformats.org/drawingml/2006/main">
              <a:ext uri="{FF2B5EF4-FFF2-40B4-BE49-F238E27FC236}">
                <a16:creationId xmlns:a16="http://schemas.microsoft.com/office/drawing/2014/main" id="{4DD85A2B-BC7D-441C-8DD3-2027434BB626}"/>
              </a:ext>
            </a:extLst>
          </p:cNvPr>
          <p:cNvSpPr>
            <a:spLocks xmlns:a="http://schemas.openxmlformats.org/drawingml/2006/main" noGrp="1"/>
          </p:cNvSpPr>
          <p:nvPr/>
        </p:nvSpPr>
        <p:spPr>
          <a:xfrm xmlns:a="http://schemas.openxmlformats.org/drawingml/2006/main">
            <a:off x="704850" y="51054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211B22"/>
                </a:solidFill>
                <a:latin typeface="Arial"/>
                <a:ea typeface="Arial"/>
                <a:cs typeface="Arial"/>
              </a:defRPr>
            </a:pPr>
            <a:r>
              <a:rPr sz="1650" b="0">
                <a:solidFill>
                  <a:srgbClr val="211B22"/>
                </a:solidFill>
                <a:latin typeface="Arial"/>
                <a:ea typeface="Arial"/>
                <a:cs typeface="Arial"/>
              </a:rPr>
              <a:t>Từ Đại Nội và lăng tẩm đến Tam Giang, sông Hương, ẩm thực và Bạch Mã.</a:t>
            </a:r>
          </a:p>
        </p:txBody>
      </p:sp>
      <p:pic>
        <p:nvPicPr>
          <p:cNvPr id="12" name="">
            <a:extLst xmlns:a="http://schemas.openxmlformats.org/drawingml/2006/main">
              <a:ext uri="{FF2B5EF4-FFF2-40B4-BE49-F238E27FC236}">
                <a16:creationId xmlns:a16="http://schemas.microsoft.com/office/drawing/2014/main" id="{8048EA18-D8CA-4EBC-A3C2-92B06D79E4D0}"/>
              </a:ext>
            </a:extLst>
          </p:cNvPr>
          <p:cNvPicPr>
            <a:picLocks xmlns:a="http://schemas.openxmlformats.org/drawingml/2006/main" noChangeAspect="1"/>
          </p:cNvPicPr>
          <p:nvPr/>
        </p:nvPicPr>
        <p:blipFill>
          <a:blip xmlns:r="http://schemas.openxmlformats.org/officeDocument/2006/relationships" xmlns:a="http://schemas.openxmlformats.org/drawingml/2006/main" r:embed="R00564be64b454d98"/>
          <a:srcRect xmlns:a="http://schemas.openxmlformats.org/drawingml/2006/main" l="20824" t="0" r="20824"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Tree>
    <p:extLst>
      <p:ext uri="{BB962C8B-B14F-4D97-AF65-F5344CB8AC3E}">
        <p14:creationId xmlns:p14="http://schemas.microsoft.com/office/powerpoint/2010/main" val="13916384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666CA5-A001-4406-90DF-C4914EB6D088}"/>
              </a:ext>
            </a:extLst>
          </p:cNvPr>
          <p:cNvSpPr>
            <a:spLocks xmlns:a="http://schemas.openxmlformats.org/drawingml/2006/main" noGrp="1"/>
          </p:cNvSpPr>
          <p:nvPr/>
        </p:nvSpPr>
        <p:spPr>
          <a:xfrm xmlns:a="http://schemas.openxmlformats.org/drawingml/2006/main">
            <a:off x="685800" y="5143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542255"/>
                </a:solidFill>
                <a:latin typeface="Arial"/>
                <a:ea typeface="Arial"/>
                <a:cs typeface="Arial"/>
              </a:defRPr>
            </a:pPr>
            <a:r>
              <a:rPr sz="1350" b="1">
                <a:solidFill>
                  <a:srgbClr val="542255"/>
                </a:solidFill>
                <a:latin typeface="Arial"/>
                <a:ea typeface="Arial"/>
                <a:cs typeface="Arial"/>
              </a:rPr>
              <a:t>TRẢI NGHIỆM KHÁCH HÀNG</a:t>
            </a:r>
          </a:p>
        </p:txBody>
      </p:sp>
      <p:sp>
        <p:nvSpPr>
          <p:cNvPr id="2" name="">
            <a:extLst xmlns:a="http://schemas.openxmlformats.org/drawingml/2006/main">
              <a:ext uri="{FF2B5EF4-FFF2-40B4-BE49-F238E27FC236}">
                <a16:creationId xmlns:a16="http://schemas.microsoft.com/office/drawing/2014/main" id="{8DE58308-9795-4403-9336-D2298D5B53A0}"/>
              </a:ext>
            </a:extLst>
          </p:cNvPr>
          <p:cNvSpPr>
            <a:spLocks xmlns:a="http://schemas.openxmlformats.org/drawingml/2006/main" noGrp="1"/>
          </p:cNvSpPr>
          <p:nvPr/>
        </p:nvSpPr>
        <p:spPr>
          <a:xfrm xmlns:a="http://schemas.openxmlformats.org/drawingml/2006/main">
            <a:off x="685800" y="9429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211B22"/>
                </a:solidFill>
                <a:latin typeface="Arial"/>
                <a:ea typeface="Arial"/>
                <a:cs typeface="Arial"/>
              </a:defRPr>
            </a:pPr>
            <a:r>
              <a:rPr sz="3000" b="1">
                <a:solidFill>
                  <a:srgbClr val="211B22"/>
                </a:solidFill>
                <a:latin typeface="Arial"/>
                <a:ea typeface="Arial"/>
                <a:cs typeface="Arial"/>
              </a:rPr>
              <a:t>Từ chọn hành trình đến gửi yêu cầu đặt tour</a:t>
            </a:r>
          </a:p>
        </p:txBody>
      </p:sp>
      <p:sp>
        <p:nvSpPr>
          <p:cNvPr id="3" name="">
            <a:extLst xmlns:a="http://schemas.openxmlformats.org/drawingml/2006/main">
              <a:ext uri="{FF2B5EF4-FFF2-40B4-BE49-F238E27FC236}">
                <a16:creationId xmlns:a16="http://schemas.microsoft.com/office/drawing/2014/main" id="{FCE7DDDE-D5A1-4C0A-9F17-028CEDD5405D}"/>
              </a:ext>
            </a:extLst>
          </p:cNvPr>
          <p:cNvSpPr>
            <a:spLocks xmlns:a="http://schemas.openxmlformats.org/drawingml/2006/main" noGrp="1"/>
          </p:cNvSpPr>
          <p:nvPr/>
        </p:nvSpPr>
        <p:spPr>
          <a:xfrm xmlns:a="http://schemas.openxmlformats.org/drawingml/2006/main">
            <a:off x="685800" y="18288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71"/>
          </a:bodyPr>
          <a:lstStyle xmlns:a="http://schemas.openxmlformats.org/drawingml/2006/main"/>
          <a:p xmlns:a="http://schemas.openxmlformats.org/drawingml/2006/main">
            <a:pPr algn="l">
              <a:buNone/>
              <a:defRPr sz="1950" b="1">
                <a:solidFill>
                  <a:srgbClr val="3B1644"/>
                </a:solidFill>
                <a:latin typeface="Arial"/>
                <a:ea typeface="Arial"/>
                <a:cs typeface="Arial"/>
              </a:defRPr>
            </a:pPr>
            <a:r>
              <a:rPr sz="1950" b="1">
                <a:solidFill>
                  <a:srgbClr val="3B1644"/>
                </a:solidFill>
                <a:latin typeface="Arial"/>
                <a:ea typeface="Arial"/>
                <a:cs typeface="Arial"/>
              </a:rPr>
              <a:t>Tìm kiếm theo điểm đến và loại trải nghiệm</a:t>
            </a:r>
          </a:p>
        </p:txBody>
      </p:sp>
      <p:sp>
        <p:nvSpPr>
          <p:cNvPr id="4" name="">
            <a:extLst xmlns:a="http://schemas.openxmlformats.org/drawingml/2006/main">
              <a:ext uri="{FF2B5EF4-FFF2-40B4-BE49-F238E27FC236}">
                <a16:creationId xmlns:a16="http://schemas.microsoft.com/office/drawing/2014/main" id="{1DCCD890-6FF3-43F3-91EE-710A5E164B40}"/>
              </a:ext>
            </a:extLst>
          </p:cNvPr>
          <p:cNvSpPr>
            <a:spLocks xmlns:a="http://schemas.openxmlformats.org/drawingml/2006/main" noGrp="1"/>
          </p:cNvSpPr>
          <p:nvPr/>
        </p:nvSpPr>
        <p:spPr>
          <a:xfrm xmlns:a="http://schemas.openxmlformats.org/drawingml/2006/main">
            <a:off x="685800" y="23526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3B1644"/>
                </a:solidFill>
                <a:latin typeface="Arial"/>
                <a:ea typeface="Arial"/>
                <a:cs typeface="Arial"/>
              </a:defRPr>
            </a:pPr>
            <a:r>
              <a:rPr sz="1950" b="1">
                <a:solidFill>
                  <a:srgbClr val="3B1644"/>
                </a:solidFill>
                <a:latin typeface="Arial"/>
                <a:ea typeface="Arial"/>
                <a:cs typeface="Arial"/>
              </a:rPr>
              <a:t>Xem lịch trình, giá tour và chỗ còn trống</a:t>
            </a:r>
          </a:p>
        </p:txBody>
      </p:sp>
      <p:sp>
        <p:nvSpPr>
          <p:cNvPr id="5" name="">
            <a:extLst xmlns:a="http://schemas.openxmlformats.org/drawingml/2006/main">
              <a:ext uri="{FF2B5EF4-FFF2-40B4-BE49-F238E27FC236}">
                <a16:creationId xmlns:a16="http://schemas.microsoft.com/office/drawing/2014/main" id="{CE0E5186-462C-4215-AD61-8CFDB337CEA3}"/>
              </a:ext>
            </a:extLst>
          </p:cNvPr>
          <p:cNvSpPr>
            <a:spLocks xmlns:a="http://schemas.openxmlformats.org/drawingml/2006/main" noGrp="1"/>
          </p:cNvSpPr>
          <p:nvPr/>
        </p:nvSpPr>
        <p:spPr>
          <a:xfrm xmlns:a="http://schemas.openxmlformats.org/drawingml/2006/main">
            <a:off x="685800" y="28765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44"/>
          </a:bodyPr>
          <a:lstStyle xmlns:a="http://schemas.openxmlformats.org/drawingml/2006/main"/>
          <a:p xmlns:a="http://schemas.openxmlformats.org/drawingml/2006/main">
            <a:pPr algn="l">
              <a:buNone/>
              <a:defRPr sz="1950" b="1">
                <a:solidFill>
                  <a:srgbClr val="3B1644"/>
                </a:solidFill>
                <a:latin typeface="Arial"/>
                <a:ea typeface="Arial"/>
                <a:cs typeface="Arial"/>
              </a:defRPr>
            </a:pPr>
            <a:r>
              <a:rPr sz="1950" b="1">
                <a:solidFill>
                  <a:srgbClr val="3B1644"/>
                </a:solidFill>
                <a:latin typeface="Arial"/>
                <a:ea typeface="Arial"/>
                <a:cs typeface="Arial"/>
              </a:rPr>
              <a:t>Khai báo người liên hệ và từng hành khách</a:t>
            </a:r>
          </a:p>
        </p:txBody>
      </p:sp>
      <p:sp>
        <p:nvSpPr>
          <p:cNvPr id="6" name="">
            <a:extLst xmlns:a="http://schemas.openxmlformats.org/drawingml/2006/main">
              <a:ext uri="{FF2B5EF4-FFF2-40B4-BE49-F238E27FC236}">
                <a16:creationId xmlns:a16="http://schemas.microsoft.com/office/drawing/2014/main" id="{5637E939-12A7-49C2-BC9B-6EE659126EAB}"/>
              </a:ext>
            </a:extLst>
          </p:cNvPr>
          <p:cNvSpPr>
            <a:spLocks xmlns:a="http://schemas.openxmlformats.org/drawingml/2006/main" noGrp="1"/>
          </p:cNvSpPr>
          <p:nvPr/>
        </p:nvSpPr>
        <p:spPr>
          <a:xfrm xmlns:a="http://schemas.openxmlformats.org/drawingml/2006/main">
            <a:off x="685800" y="34004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3B1644"/>
                </a:solidFill>
                <a:latin typeface="Arial"/>
                <a:ea typeface="Arial"/>
                <a:cs typeface="Arial"/>
              </a:defRPr>
            </a:pPr>
            <a:r>
              <a:rPr sz="1950" b="1">
                <a:solidFill>
                  <a:srgbClr val="3B1644"/>
                </a:solidFill>
                <a:latin typeface="Arial"/>
                <a:ea typeface="Arial"/>
                <a:cs typeface="Arial"/>
              </a:rPr>
              <a:t>Tra cứu mã đặt chỗ sau khi gửi yêu cầu</a:t>
            </a:r>
          </a:p>
        </p:txBody>
      </p:sp>
      <p:pic>
        <p:nvPicPr>
          <p:cNvPr id="19" name="">
            <a:extLst xmlns:a="http://schemas.openxmlformats.org/drawingml/2006/main">
              <a:ext uri="{FF2B5EF4-FFF2-40B4-BE49-F238E27FC236}">
                <a16:creationId xmlns:a16="http://schemas.microsoft.com/office/drawing/2014/main" id="{0785F29D-D094-42CD-BE22-A3CD872E2999}"/>
              </a:ext>
            </a:extLst>
          </p:cNvPr>
          <p:cNvPicPr>
            <a:picLocks xmlns:a="http://schemas.openxmlformats.org/drawingml/2006/main" noChangeAspect="1"/>
          </p:cNvPicPr>
          <p:nvPr/>
        </p:nvPicPr>
        <p:blipFill>
          <a:blip xmlns:r="http://schemas.openxmlformats.org/officeDocument/2006/relationships" xmlns:a="http://schemas.openxmlformats.org/drawingml/2006/main" r:embed="R99c048ad71564e7f"/>
          <a:srcRect xmlns:a="http://schemas.openxmlformats.org/drawingml/2006/main" l="0" t="10000" r="0" b="10000"/>
          <a:stretch xmlns:a="http://schemas.openxmlformats.org/drawingml/2006/main">
            <a:fillRect l="0" t="0" r="0" b="0"/>
          </a:stretch>
        </p:blipFill>
        <p:spPr>
          <a:xfrm xmlns:a="http://schemas.openxmlformats.org/drawingml/2006/main">
            <a:off x="685800" y="4143375"/>
            <a:ext cx="3333750" cy="2000250"/>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8EC554C6-1275-4694-9329-507CE3B966F6}"/>
              </a:ext>
            </a:extLst>
          </p:cNvPr>
          <p:cNvPicPr>
            <a:picLocks xmlns:a="http://schemas.openxmlformats.org/drawingml/2006/main" noChangeAspect="1"/>
          </p:cNvPicPr>
          <p:nvPr/>
        </p:nvPicPr>
        <p:blipFill>
          <a:blip xmlns:r="http://schemas.openxmlformats.org/officeDocument/2006/relationships" xmlns:a="http://schemas.openxmlformats.org/drawingml/2006/main" r:embed="Rb43e452361f64ac3"/>
          <a:srcRect xmlns:a="http://schemas.openxmlformats.org/drawingml/2006/main" l="18646" t="0" r="18646" b="0"/>
          <a:stretch xmlns:a="http://schemas.openxmlformats.org/drawingml/2006/main">
            <a:fillRect l="0" t="0" r="0" b="0"/>
          </a:stretch>
        </p:blipFill>
        <p:spPr>
          <a:xfrm xmlns:a="http://schemas.openxmlformats.org/drawingml/2006/main">
            <a:off x="4429125" y="4143375"/>
            <a:ext cx="3333750" cy="200025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67C09AF3-27B2-4021-851D-E2BE5F22971B}"/>
              </a:ext>
            </a:extLst>
          </p:cNvPr>
          <p:cNvPicPr>
            <a:picLocks xmlns:a="http://schemas.openxmlformats.org/drawingml/2006/main" noChangeAspect="1"/>
          </p:cNvPicPr>
          <p:nvPr/>
        </p:nvPicPr>
        <p:blipFill>
          <a:blip xmlns:r="http://schemas.openxmlformats.org/officeDocument/2006/relationships" xmlns:a="http://schemas.openxmlformats.org/drawingml/2006/main" r:embed="Recababd4bbbd4e46"/>
          <a:srcRect xmlns:a="http://schemas.openxmlformats.org/drawingml/2006/main" l="0" t="10000" r="0" b="10000"/>
          <a:stretch xmlns:a="http://schemas.openxmlformats.org/drawingml/2006/main">
            <a:fillRect l="0" t="0" r="0" b="0"/>
          </a:stretch>
        </p:blipFill>
        <p:spPr>
          <a:xfrm xmlns:a="http://schemas.openxmlformats.org/drawingml/2006/main">
            <a:off x="8172450" y="4143375"/>
            <a:ext cx="3333750" cy="2000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1543D9E-CD2D-4682-94B6-A6F1388848C8}"/>
              </a:ext>
            </a:extLst>
          </p:cNvPr>
          <p:cNvSpPr>
            <a:spLocks xmlns:a="http://schemas.openxmlformats.org/drawingml/2006/main" noGrp="1"/>
          </p:cNvSpPr>
          <p:nvPr/>
        </p:nvSpPr>
        <p:spPr>
          <a:xfrm xmlns:a="http://schemas.openxmlformats.org/drawingml/2006/main">
            <a:off x="685800" y="62674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5D5660"/>
                </a:solidFill>
                <a:latin typeface="Arial"/>
                <a:ea typeface="Arial"/>
                <a:cs typeface="Arial"/>
              </a:defRPr>
            </a:pPr>
            <a:r>
              <a:rPr sz="1200" b="1">
                <a:solidFill>
                  <a:srgbClr val="5D5660"/>
                </a:solidFill>
                <a:latin typeface="Arial"/>
                <a:ea typeface="Arial"/>
                <a:cs typeface="Arial"/>
              </a:rPr>
              <a:t>ĐẦM TAM GIANG</a:t>
            </a:r>
          </a:p>
        </p:txBody>
      </p:sp>
      <p:sp>
        <p:nvSpPr>
          <p:cNvPr id="11" name="">
            <a:extLst xmlns:a="http://schemas.openxmlformats.org/drawingml/2006/main">
              <a:ext uri="{FF2B5EF4-FFF2-40B4-BE49-F238E27FC236}">
                <a16:creationId xmlns:a16="http://schemas.microsoft.com/office/drawing/2014/main" id="{BAD19330-D99D-4A76-8AE5-488D44ACC5D0}"/>
              </a:ext>
            </a:extLst>
          </p:cNvPr>
          <p:cNvSpPr>
            <a:spLocks xmlns:a="http://schemas.openxmlformats.org/drawingml/2006/main" noGrp="1"/>
          </p:cNvSpPr>
          <p:nvPr/>
        </p:nvSpPr>
        <p:spPr>
          <a:xfrm xmlns:a="http://schemas.openxmlformats.org/drawingml/2006/main">
            <a:off x="4429125" y="62674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5D5660"/>
                </a:solidFill>
                <a:latin typeface="Arial"/>
                <a:ea typeface="Arial"/>
                <a:cs typeface="Arial"/>
              </a:defRPr>
            </a:pPr>
            <a:r>
              <a:rPr sz="1200" b="1">
                <a:solidFill>
                  <a:srgbClr val="5D5660"/>
                </a:solidFill>
                <a:latin typeface="Arial"/>
                <a:ea typeface="Arial"/>
                <a:cs typeface="Arial"/>
              </a:rPr>
              <a:t>SÔNG HƯƠNG</a:t>
            </a:r>
          </a:p>
        </p:txBody>
      </p:sp>
      <p:sp>
        <p:nvSpPr>
          <p:cNvPr id="12" name="">
            <a:extLst xmlns:a="http://schemas.openxmlformats.org/drawingml/2006/main">
              <a:ext uri="{FF2B5EF4-FFF2-40B4-BE49-F238E27FC236}">
                <a16:creationId xmlns:a16="http://schemas.microsoft.com/office/drawing/2014/main" id="{8B49E581-DDE9-4998-BA4A-6A5732BF5C00}"/>
              </a:ext>
            </a:extLst>
          </p:cNvPr>
          <p:cNvSpPr>
            <a:spLocks xmlns:a="http://schemas.openxmlformats.org/drawingml/2006/main" noGrp="1"/>
          </p:cNvSpPr>
          <p:nvPr/>
        </p:nvSpPr>
        <p:spPr>
          <a:xfrm xmlns:a="http://schemas.openxmlformats.org/drawingml/2006/main">
            <a:off x="8172450" y="62674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5D5660"/>
                </a:solidFill>
                <a:latin typeface="Arial"/>
                <a:ea typeface="Arial"/>
                <a:cs typeface="Arial"/>
              </a:defRPr>
            </a:pPr>
            <a:r>
              <a:rPr sz="1200" b="1">
                <a:solidFill>
                  <a:srgbClr val="5D5660"/>
                </a:solidFill>
                <a:latin typeface="Arial"/>
                <a:ea typeface="Arial"/>
                <a:cs typeface="Arial"/>
              </a:rPr>
              <a:t>ẨM THỰC HUẾ</a:t>
            </a:r>
          </a:p>
        </p:txBody>
      </p:sp>
    </p:spTree>
    <p:extLst>
      <p:ext uri="{BB962C8B-B14F-4D97-AF65-F5344CB8AC3E}">
        <p14:creationId xmlns:p14="http://schemas.microsoft.com/office/powerpoint/2010/main" val="601537983"/>
      </p:ext>
    </p:extLst>
  </p:cSld>
</p:sld>
</file>

<file path=ppt/slides/slide4.xml><?xml version="1.0" encoding="utf-8"?>
<p:sld xmlns:p="http://schemas.openxmlformats.org/presentationml/2006/main">
  <p:cSld>
    <p:bg>
      <p:bgPr>
        <a:solidFill xmlns:a="http://schemas.openxmlformats.org/drawingml/2006/main">
          <a:srgbClr val="3B164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F2C9439-993C-40BE-9018-424AB3E5D245}"/>
              </a:ext>
            </a:extLst>
          </p:cNvPr>
          <p:cNvSpPr>
            <a:spLocks xmlns:a="http://schemas.openxmlformats.org/drawingml/2006/main" noGrp="1"/>
          </p:cNvSpPr>
          <p:nvPr/>
        </p:nvSpPr>
        <p:spPr>
          <a:xfrm xmlns:a="http://schemas.openxmlformats.org/drawingml/2006/main">
            <a:off x="685800" y="476250"/>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D6AA3A"/>
                </a:solidFill>
                <a:latin typeface="Arial"/>
                <a:ea typeface="Arial"/>
                <a:cs typeface="Arial"/>
              </a:defRPr>
            </a:pPr>
            <a:r>
              <a:rPr sz="1350" b="1">
                <a:solidFill>
                  <a:srgbClr val="D6AA3A"/>
                </a:solidFill>
                <a:latin typeface="Arial"/>
                <a:ea typeface="Arial"/>
                <a:cs typeface="Arial"/>
              </a:rPr>
              <a:t>QUY TẮC ĐẶT TOUR</a:t>
            </a:r>
          </a:p>
        </p:txBody>
      </p:sp>
      <p:sp>
        <p:nvSpPr>
          <p:cNvPr id="2" name="">
            <a:extLst xmlns:a="http://schemas.openxmlformats.org/drawingml/2006/main">
              <a:ext uri="{FF2B5EF4-FFF2-40B4-BE49-F238E27FC236}">
                <a16:creationId xmlns:a16="http://schemas.microsoft.com/office/drawing/2014/main" id="{B8A76C91-2E3C-4DA0-B24B-FA0C81B82779}"/>
              </a:ext>
            </a:extLst>
          </p:cNvPr>
          <p:cNvSpPr>
            <a:spLocks xmlns:a="http://schemas.openxmlformats.org/drawingml/2006/main" noGrp="1"/>
          </p:cNvSpPr>
          <p:nvPr/>
        </p:nvSpPr>
        <p:spPr>
          <a:xfrm xmlns:a="http://schemas.openxmlformats.org/drawingml/2006/main">
            <a:off x="685800" y="93345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FFFFFF"/>
                </a:solidFill>
                <a:latin typeface="Arial"/>
                <a:ea typeface="Arial"/>
                <a:cs typeface="Arial"/>
              </a:defRPr>
            </a:pPr>
            <a:r>
              <a:rPr sz="3150" b="1">
                <a:solidFill>
                  <a:srgbClr val="FFFFFF"/>
                </a:solidFill>
                <a:latin typeface="Arial"/>
                <a:ea typeface="Arial"/>
                <a:cs typeface="Arial"/>
              </a:rPr>
              <a:t>Đặt chỗ rõ ràng,</a:t>
            </a:r>
          </a:p>
          <a:p xmlns:a="http://schemas.openxmlformats.org/drawingml/2006/main">
            <a:pPr algn="l">
              <a:buNone/>
              <a:defRPr sz="3150" b="1">
                <a:solidFill>
                  <a:srgbClr val="FFFFFF"/>
                </a:solidFill>
                <a:latin typeface="Arial"/>
                <a:ea typeface="Arial"/>
                <a:cs typeface="Arial"/>
              </a:defRPr>
            </a:pPr>
            <a:r>
              <a:rPr sz="3150" b="1">
                <a:solidFill>
                  <a:srgbClr val="FFFFFF"/>
                </a:solidFill>
                <a:latin typeface="Arial"/>
                <a:ea typeface="Arial"/>
                <a:cs typeface="Arial"/>
              </a:rPr>
              <a:t>tính giá theo độ tuổi</a:t>
            </a:r>
          </a:p>
        </p:txBody>
      </p:sp>
      <p:sp>
        <p:nvSpPr>
          <p:cNvPr id="3" name="">
            <a:extLst xmlns:a="http://schemas.openxmlformats.org/drawingml/2006/main">
              <a:ext uri="{FF2B5EF4-FFF2-40B4-BE49-F238E27FC236}">
                <a16:creationId xmlns:a16="http://schemas.microsoft.com/office/drawing/2014/main" id="{91F5059C-36A5-47AB-B7ED-1A3D1E7A1099}"/>
              </a:ext>
            </a:extLst>
          </p:cNvPr>
          <p:cNvSpPr>
            <a:spLocks xmlns:a="http://schemas.openxmlformats.org/drawingml/2006/main" noGrp="1"/>
          </p:cNvSpPr>
          <p:nvPr/>
        </p:nvSpPr>
        <p:spPr>
          <a:xfrm xmlns:a="http://schemas.openxmlformats.org/drawingml/2006/main">
            <a:off x="685800" y="23622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D6AA3A"/>
                </a:solidFill>
                <a:latin typeface="Arial"/>
                <a:ea typeface="Arial"/>
                <a:cs typeface="Arial"/>
              </a:defRPr>
            </a:pPr>
            <a:r>
              <a:rPr sz="1650" b="1">
                <a:solidFill>
                  <a:srgbClr val="D6AA3A"/>
                </a:solidFill>
                <a:latin typeface="Arial"/>
                <a:ea typeface="Arial"/>
                <a:cs typeface="Arial"/>
              </a:rPr>
              <a:t>SỨC CHỨA</a:t>
            </a:r>
          </a:p>
        </p:txBody>
      </p:sp>
      <p:sp>
        <p:nvSpPr>
          <p:cNvPr id="4" name="">
            <a:extLst xmlns:a="http://schemas.openxmlformats.org/drawingml/2006/main">
              <a:ext uri="{FF2B5EF4-FFF2-40B4-BE49-F238E27FC236}">
                <a16:creationId xmlns:a16="http://schemas.microsoft.com/office/drawing/2014/main" id="{AA7FC960-7C93-4DA6-ABF9-F25F91387145}"/>
              </a:ext>
            </a:extLst>
          </p:cNvPr>
          <p:cNvSpPr>
            <a:spLocks xmlns:a="http://schemas.openxmlformats.org/drawingml/2006/main" noGrp="1"/>
          </p:cNvSpPr>
          <p:nvPr/>
        </p:nvSpPr>
        <p:spPr>
          <a:xfrm xmlns:a="http://schemas.openxmlformats.org/drawingml/2006/main">
            <a:off x="685800" y="28003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 số chỗ còn</a:t>
            </a:r>
          </a:p>
        </p:txBody>
      </p:sp>
      <p:sp>
        <p:nvSpPr>
          <p:cNvPr id="5" name="">
            <a:extLst xmlns:a="http://schemas.openxmlformats.org/drawingml/2006/main">
              <a:ext uri="{FF2B5EF4-FFF2-40B4-BE49-F238E27FC236}">
                <a16:creationId xmlns:a16="http://schemas.microsoft.com/office/drawing/2014/main" id="{6D16D73F-467E-43DD-B1BF-1539818ED8DB}"/>
              </a:ext>
            </a:extLst>
          </p:cNvPr>
          <p:cNvSpPr>
            <a:spLocks xmlns:a="http://schemas.openxmlformats.org/drawingml/2006/main" noGrp="1"/>
          </p:cNvSpPr>
          <p:nvPr/>
        </p:nvSpPr>
        <p:spPr>
          <a:xfrm xmlns:a="http://schemas.openxmlformats.org/drawingml/2006/main">
            <a:off x="685800" y="3581400"/>
            <a:ext cx="476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Không nhận booking vượt quá số ghế còn lại của chuyến.</a:t>
            </a:r>
          </a:p>
        </p:txBody>
      </p:sp>
      <p:sp>
        <p:nvSpPr>
          <p:cNvPr id="6" name="">
            <a:extLst xmlns:a="http://schemas.openxmlformats.org/drawingml/2006/main">
              <a:ext uri="{FF2B5EF4-FFF2-40B4-BE49-F238E27FC236}">
                <a16:creationId xmlns:a16="http://schemas.microsoft.com/office/drawing/2014/main" id="{833E0AB8-5042-4B15-B390-C4F4934C7E3A}"/>
              </a:ext>
            </a:extLst>
          </p:cNvPr>
          <p:cNvSpPr>
            <a:spLocks xmlns:a="http://schemas.openxmlformats.org/drawingml/2006/main" noGrp="1"/>
          </p:cNvSpPr>
          <p:nvPr/>
        </p:nvSpPr>
        <p:spPr>
          <a:xfrm xmlns:a="http://schemas.openxmlformats.org/drawingml/2006/main">
            <a:off x="685800" y="46863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650" b="1">
                <a:solidFill>
                  <a:srgbClr val="D6AA3A"/>
                </a:solidFill>
                <a:latin typeface="Arial"/>
                <a:ea typeface="Arial"/>
                <a:cs typeface="Arial"/>
              </a:defRPr>
            </a:pPr>
            <a:r>
              <a:rPr sz="4650" b="1">
                <a:solidFill>
                  <a:srgbClr val="D6AA3A"/>
                </a:solidFill>
                <a:latin typeface="Arial"/>
                <a:ea typeface="Arial"/>
                <a:cs typeface="Arial"/>
              </a:rPr>
              <a:t>24 giờ</a:t>
            </a:r>
          </a:p>
        </p:txBody>
      </p:sp>
      <p:sp>
        <p:nvSpPr>
          <p:cNvPr id="7" name="">
            <a:extLst xmlns:a="http://schemas.openxmlformats.org/drawingml/2006/main">
              <a:ext uri="{FF2B5EF4-FFF2-40B4-BE49-F238E27FC236}">
                <a16:creationId xmlns:a16="http://schemas.microsoft.com/office/drawing/2014/main" id="{81A1093B-3757-4DA6-9C08-3970D53B14AE}"/>
              </a:ext>
            </a:extLst>
          </p:cNvPr>
          <p:cNvSpPr>
            <a:spLocks xmlns:a="http://schemas.openxmlformats.org/drawingml/2006/main" noGrp="1"/>
          </p:cNvSpPr>
          <p:nvPr/>
        </p:nvSpPr>
        <p:spPr>
          <a:xfrm xmlns:a="http://schemas.openxmlformats.org/drawingml/2006/main">
            <a:off x="685800" y="551497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FFFFFF"/>
                </a:solidFill>
                <a:latin typeface="Arial"/>
                <a:ea typeface="Arial"/>
                <a:cs typeface="Arial"/>
              </a:defRPr>
            </a:pPr>
            <a:r>
              <a:rPr sz="1650" b="0">
                <a:solidFill>
                  <a:srgbClr val="FFFFFF"/>
                </a:solidFill>
                <a:latin typeface="Arial"/>
                <a:ea typeface="Arial"/>
                <a:cs typeface="Arial"/>
              </a:rPr>
              <a:t>Tự khóa đặt tour khi còn dưới 24 giờ đến giờ khởi hành.</a:t>
            </a:r>
          </a:p>
        </p:txBody>
      </p:sp>
      <p:sp>
        <p:nvSpPr>
          <p:cNvPr id="8" name="">
            <a:extLst xmlns:a="http://schemas.openxmlformats.org/drawingml/2006/main">
              <a:ext uri="{FF2B5EF4-FFF2-40B4-BE49-F238E27FC236}">
                <a16:creationId xmlns:a16="http://schemas.microsoft.com/office/drawing/2014/main" id="{EF6254DE-1E10-4422-A3DD-9092FE63F64A}"/>
              </a:ext>
            </a:extLst>
          </p:cNvPr>
          <p:cNvSpPr>
            <a:spLocks xmlns:a="http://schemas.openxmlformats.org/drawingml/2006/main" noGrp="1"/>
          </p:cNvSpPr>
          <p:nvPr/>
        </p:nvSpPr>
        <p:spPr>
          <a:xfrm xmlns:a="http://schemas.openxmlformats.org/drawingml/2006/main">
            <a:off x="6324600" y="23622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D6AA3A"/>
                </a:solidFill>
                <a:latin typeface="Arial"/>
                <a:ea typeface="Arial"/>
                <a:cs typeface="Arial"/>
              </a:defRPr>
            </a:pPr>
            <a:r>
              <a:rPr sz="1650" b="1">
                <a:solidFill>
                  <a:srgbClr val="D6AA3A"/>
                </a:solidFill>
                <a:latin typeface="Arial"/>
                <a:ea typeface="Arial"/>
                <a:cs typeface="Arial"/>
              </a:rPr>
              <a:t>GIÁ VÉ THEO ĐỘ TUỔI</a:t>
            </a:r>
          </a:p>
        </p:txBody>
      </p:sp>
      <p:sp>
        <p:nvSpPr>
          <p:cNvPr id="9" name="">
            <a:extLst xmlns:a="http://schemas.openxmlformats.org/drawingml/2006/main">
              <a:ext uri="{FF2B5EF4-FFF2-40B4-BE49-F238E27FC236}">
                <a16:creationId xmlns:a16="http://schemas.microsoft.com/office/drawing/2014/main" id="{EAD5643D-9052-400D-ACCE-32EF71865DA7}"/>
              </a:ext>
            </a:extLst>
          </p:cNvPr>
          <p:cNvSpPr>
            <a:spLocks xmlns:a="http://schemas.openxmlformats.org/drawingml/2006/main" noGrp="1"/>
          </p:cNvSpPr>
          <p:nvPr/>
        </p:nvSpPr>
        <p:spPr>
          <a:xfrm xmlns:a="http://schemas.openxmlformats.org/drawingml/2006/main">
            <a:off x="6324600" y="283845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600" b="1">
                <a:solidFill>
                  <a:srgbClr val="D6AA3A"/>
                </a:solidFill>
                <a:latin typeface="Arial"/>
                <a:ea typeface="Arial"/>
                <a:cs typeface="Arial"/>
              </a:defRPr>
            </a:pPr>
            <a:r>
              <a:rPr sz="3600" b="1">
                <a:solidFill>
                  <a:srgbClr val="D6AA3A"/>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EAC00557-B916-4E90-AE3D-964DEC210F8A}"/>
              </a:ext>
            </a:extLst>
          </p:cNvPr>
          <p:cNvSpPr>
            <a:spLocks xmlns:a="http://schemas.openxmlformats.org/drawingml/2006/main" noGrp="1"/>
          </p:cNvSpPr>
          <p:nvPr/>
        </p:nvSpPr>
        <p:spPr>
          <a:xfrm xmlns:a="http://schemas.openxmlformats.org/drawingml/2006/main">
            <a:off x="7791450" y="295275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0">
                <a:solidFill>
                  <a:srgbClr val="FFFFFF"/>
                </a:solidFill>
                <a:latin typeface="Arial"/>
                <a:ea typeface="Arial"/>
                <a:cs typeface="Arial"/>
              </a:defRPr>
            </a:pPr>
            <a:r>
              <a:rPr sz="1725" b="0">
                <a:solidFill>
                  <a:srgbClr val="FFFFFF"/>
                </a:solidFill>
                <a:latin typeface="Arial"/>
                <a:ea typeface="Arial"/>
                <a:cs typeface="Arial"/>
              </a:rPr>
              <a:t>Dưới 5 tuổi, miễn phí</a:t>
            </a:r>
          </a:p>
        </p:txBody>
      </p:sp>
      <p:sp>
        <p:nvSpPr>
          <p:cNvPr id="11" name="">
            <a:extLst xmlns:a="http://schemas.openxmlformats.org/drawingml/2006/main">
              <a:ext uri="{FF2B5EF4-FFF2-40B4-BE49-F238E27FC236}">
                <a16:creationId xmlns:a16="http://schemas.microsoft.com/office/drawing/2014/main" id="{989FDD9F-C866-432E-B108-EA5CE0E95A78}"/>
              </a:ext>
            </a:extLst>
          </p:cNvPr>
          <p:cNvSpPr>
            <a:spLocks xmlns:a="http://schemas.openxmlformats.org/drawingml/2006/main" noGrp="1"/>
          </p:cNvSpPr>
          <p:nvPr/>
        </p:nvSpPr>
        <p:spPr>
          <a:xfrm xmlns:a="http://schemas.openxmlformats.org/drawingml/2006/main">
            <a:off x="6324600" y="375285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600" b="1">
                <a:solidFill>
                  <a:srgbClr val="D6AA3A"/>
                </a:solidFill>
                <a:latin typeface="Arial"/>
                <a:ea typeface="Arial"/>
                <a:cs typeface="Arial"/>
              </a:defRPr>
            </a:pPr>
            <a:r>
              <a:rPr sz="3600" b="1">
                <a:solidFill>
                  <a:srgbClr val="D6AA3A"/>
                </a:solidFill>
                <a:latin typeface="Arial"/>
                <a:ea typeface="Arial"/>
                <a:cs typeface="Arial"/>
              </a:rPr>
              <a:t>50%</a:t>
            </a:r>
          </a:p>
        </p:txBody>
      </p:sp>
      <p:sp>
        <p:nvSpPr>
          <p:cNvPr id="12" name="">
            <a:extLst xmlns:a="http://schemas.openxmlformats.org/drawingml/2006/main">
              <a:ext uri="{FF2B5EF4-FFF2-40B4-BE49-F238E27FC236}">
                <a16:creationId xmlns:a16="http://schemas.microsoft.com/office/drawing/2014/main" id="{48EEAD9F-40C6-46EE-BA68-703E4435EC9D}"/>
              </a:ext>
            </a:extLst>
          </p:cNvPr>
          <p:cNvSpPr>
            <a:spLocks xmlns:a="http://schemas.openxmlformats.org/drawingml/2006/main" noGrp="1"/>
          </p:cNvSpPr>
          <p:nvPr/>
        </p:nvSpPr>
        <p:spPr>
          <a:xfrm xmlns:a="http://schemas.openxmlformats.org/drawingml/2006/main">
            <a:off x="7791450" y="386715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0">
                <a:solidFill>
                  <a:srgbClr val="FFFFFF"/>
                </a:solidFill>
                <a:latin typeface="Arial"/>
                <a:ea typeface="Arial"/>
                <a:cs typeface="Arial"/>
              </a:defRPr>
            </a:pPr>
            <a:r>
              <a:rPr sz="1725" b="0">
                <a:solidFill>
                  <a:srgbClr val="FFFFFF"/>
                </a:solidFill>
                <a:latin typeface="Arial"/>
                <a:ea typeface="Arial"/>
                <a:cs typeface="Arial"/>
              </a:rPr>
              <a:t>Từ 5 đến 11 tuổi</a:t>
            </a:r>
          </a:p>
        </p:txBody>
      </p:sp>
      <p:sp>
        <p:nvSpPr>
          <p:cNvPr id="13" name="">
            <a:extLst xmlns:a="http://schemas.openxmlformats.org/drawingml/2006/main">
              <a:ext uri="{FF2B5EF4-FFF2-40B4-BE49-F238E27FC236}">
                <a16:creationId xmlns:a16="http://schemas.microsoft.com/office/drawing/2014/main" id="{73BB9825-B78F-43DF-B39E-BB11404E8677}"/>
              </a:ext>
            </a:extLst>
          </p:cNvPr>
          <p:cNvSpPr>
            <a:spLocks xmlns:a="http://schemas.openxmlformats.org/drawingml/2006/main" noGrp="1"/>
          </p:cNvSpPr>
          <p:nvPr/>
        </p:nvSpPr>
        <p:spPr>
          <a:xfrm xmlns:a="http://schemas.openxmlformats.org/drawingml/2006/main">
            <a:off x="6324600" y="466725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600" b="1">
                <a:solidFill>
                  <a:srgbClr val="D6AA3A"/>
                </a:solidFill>
                <a:latin typeface="Arial"/>
                <a:ea typeface="Arial"/>
                <a:cs typeface="Arial"/>
              </a:defRPr>
            </a:pPr>
            <a:r>
              <a:rPr sz="3600" b="1">
                <a:solidFill>
                  <a:srgbClr val="D6AA3A"/>
                </a:solidFill>
                <a:latin typeface="Arial"/>
                <a:ea typeface="Arial"/>
                <a:cs typeface="Arial"/>
              </a:rPr>
              <a:t>100%</a:t>
            </a:r>
          </a:p>
        </p:txBody>
      </p:sp>
      <p:sp>
        <p:nvSpPr>
          <p:cNvPr id="14" name="">
            <a:extLst xmlns:a="http://schemas.openxmlformats.org/drawingml/2006/main">
              <a:ext uri="{FF2B5EF4-FFF2-40B4-BE49-F238E27FC236}">
                <a16:creationId xmlns:a16="http://schemas.microsoft.com/office/drawing/2014/main" id="{F7F1EDBA-EC58-4C8F-A58C-91804D8CE6BD}"/>
              </a:ext>
            </a:extLst>
          </p:cNvPr>
          <p:cNvSpPr>
            <a:spLocks xmlns:a="http://schemas.openxmlformats.org/drawingml/2006/main" noGrp="1"/>
          </p:cNvSpPr>
          <p:nvPr/>
        </p:nvSpPr>
        <p:spPr>
          <a:xfrm xmlns:a="http://schemas.openxmlformats.org/drawingml/2006/main">
            <a:off x="7791450" y="47815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0">
                <a:solidFill>
                  <a:srgbClr val="FFFFFF"/>
                </a:solidFill>
                <a:latin typeface="Arial"/>
                <a:ea typeface="Arial"/>
                <a:cs typeface="Arial"/>
              </a:defRPr>
            </a:pPr>
            <a:r>
              <a:rPr sz="1725" b="0">
                <a:solidFill>
                  <a:srgbClr val="FFFFFF"/>
                </a:solidFill>
                <a:latin typeface="Arial"/>
                <a:ea typeface="Arial"/>
                <a:cs typeface="Arial"/>
              </a:rPr>
              <a:t>Từ 12 tuổi, theo giá người lớn</a:t>
            </a:r>
          </a:p>
        </p:txBody>
      </p:sp>
      <p:sp>
        <p:nvSpPr>
          <p:cNvPr id="15" name="">
            <a:extLst xmlns:a="http://schemas.openxmlformats.org/drawingml/2006/main">
              <a:ext uri="{FF2B5EF4-FFF2-40B4-BE49-F238E27FC236}">
                <a16:creationId xmlns:a16="http://schemas.microsoft.com/office/drawing/2014/main" id="{FBE3B65F-7E56-4C1A-BA66-7901A1FD7CA2}"/>
              </a:ext>
            </a:extLst>
          </p:cNvPr>
          <p:cNvSpPr>
            <a:spLocks xmlns:a="http://schemas.openxmlformats.org/drawingml/2006/main" noGrp="1"/>
          </p:cNvSpPr>
          <p:nvPr/>
        </p:nvSpPr>
        <p:spPr>
          <a:xfrm xmlns:a="http://schemas.openxmlformats.org/drawingml/2006/main">
            <a:off x="6324600" y="5800725"/>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F0E7F1"/>
                </a:solidFill>
                <a:latin typeface="Arial"/>
                <a:ea typeface="Arial"/>
                <a:cs typeface="Arial"/>
              </a:defRPr>
            </a:pPr>
            <a:r>
              <a:rPr sz="1500" b="0">
                <a:solidFill>
                  <a:srgbClr val="F0E7F1"/>
                </a:solidFill>
                <a:latin typeface="Arial"/>
                <a:ea typeface="Arial"/>
                <a:cs typeface="Arial"/>
              </a:rPr>
              <a:t>Admin quản lý tour, chuyến đi và trạng thái booking.</a:t>
            </a:r>
          </a:p>
        </p:txBody>
      </p:sp>
    </p:spTree>
    <p:extLst>
      <p:ext uri="{BB962C8B-B14F-4D97-AF65-F5344CB8AC3E}">
        <p14:creationId xmlns:p14="http://schemas.microsoft.com/office/powerpoint/2010/main" val="360291784"/>
      </p:ext>
    </p:extLst>
  </p:cSld>
</p:sld>
</file>

<file path=ppt/slides/slide5.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03025E-41A0-439D-AFFC-2A568B0200EA}"/>
              </a:ext>
            </a:extLst>
          </p:cNvPr>
          <p:cNvSpPr>
            <a:spLocks xmlns:a="http://schemas.openxmlformats.org/drawingml/2006/main" noGrp="1"/>
          </p:cNvSpPr>
          <p:nvPr/>
        </p:nvSpPr>
        <p:spPr>
          <a:xfrm xmlns:a="http://schemas.openxmlformats.org/drawingml/2006/main">
            <a:off x="685800" y="49530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542255"/>
                </a:solidFill>
                <a:latin typeface="Arial"/>
                <a:ea typeface="Arial"/>
                <a:cs typeface="Arial"/>
              </a:defRPr>
            </a:pPr>
            <a:r>
              <a:rPr sz="1350" b="1">
                <a:solidFill>
                  <a:srgbClr val="542255"/>
                </a:solidFill>
                <a:latin typeface="Arial"/>
                <a:ea typeface="Arial"/>
                <a:cs typeface="Arial"/>
              </a:rPr>
              <a:t>KIẾN TRÚC HỆ THỐNG</a:t>
            </a:r>
          </a:p>
        </p:txBody>
      </p:sp>
      <p:sp>
        <p:nvSpPr>
          <p:cNvPr id="2" name="">
            <a:extLst xmlns:a="http://schemas.openxmlformats.org/drawingml/2006/main">
              <a:ext uri="{FF2B5EF4-FFF2-40B4-BE49-F238E27FC236}">
                <a16:creationId xmlns:a16="http://schemas.microsoft.com/office/drawing/2014/main" id="{54F600D1-7473-40A5-B37B-DCE29D474CE1}"/>
              </a:ext>
            </a:extLst>
          </p:cNvPr>
          <p:cNvSpPr>
            <a:spLocks xmlns:a="http://schemas.openxmlformats.org/drawingml/2006/main" noGrp="1"/>
          </p:cNvSpPr>
          <p:nvPr/>
        </p:nvSpPr>
        <p:spPr>
          <a:xfrm xmlns:a="http://schemas.openxmlformats.org/drawingml/2006/main">
            <a:off x="685800" y="9334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211B22"/>
                </a:solidFill>
                <a:latin typeface="Arial"/>
                <a:ea typeface="Arial"/>
                <a:cs typeface="Arial"/>
              </a:defRPr>
            </a:pPr>
            <a:r>
              <a:rPr sz="3150" b="1">
                <a:solidFill>
                  <a:srgbClr val="211B22"/>
                </a:solidFill>
                <a:latin typeface="Arial"/>
                <a:ea typeface="Arial"/>
                <a:cs typeface="Arial"/>
              </a:rPr>
              <a:t>Các tầng giữ vai trò riêng</a:t>
            </a:r>
          </a:p>
        </p:txBody>
      </p:sp>
      <p:sp>
        <p:nvSpPr>
          <p:cNvPr id="3" name="">
            <a:extLst xmlns:a="http://schemas.openxmlformats.org/drawingml/2006/main">
              <a:ext uri="{FF2B5EF4-FFF2-40B4-BE49-F238E27FC236}">
                <a16:creationId xmlns:a16="http://schemas.microsoft.com/office/drawing/2014/main" id="{7C929B83-09CD-4144-8C60-B5C525A16BA9}"/>
              </a:ext>
            </a:extLst>
          </p:cNvPr>
          <p:cNvSpPr>
            <a:spLocks xmlns:a="http://schemas.openxmlformats.org/drawingml/2006/main" noGrp="1"/>
          </p:cNvSpPr>
          <p:nvPr/>
        </p:nvSpPr>
        <p:spPr>
          <a:xfrm xmlns:a="http://schemas.openxmlformats.org/drawingml/2006/main">
            <a:off x="685800" y="19621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3B1644"/>
                </a:solidFill>
                <a:latin typeface="Arial"/>
                <a:ea typeface="Arial"/>
                <a:cs typeface="Arial"/>
              </a:defRPr>
            </a:pPr>
            <a:r>
              <a:rPr sz="1875" b="1">
                <a:solidFill>
                  <a:srgbClr val="3B1644"/>
                </a:solidFill>
                <a:latin typeface="Arial"/>
                <a:ea typeface="Arial"/>
                <a:cs typeface="Arial"/>
              </a:rPr>
              <a:t>01  CoreBusiness</a:t>
            </a:r>
          </a:p>
        </p:txBody>
      </p:sp>
      <p:sp>
        <p:nvSpPr>
          <p:cNvPr id="4" name="">
            <a:extLst xmlns:a="http://schemas.openxmlformats.org/drawingml/2006/main">
              <a:ext uri="{FF2B5EF4-FFF2-40B4-BE49-F238E27FC236}">
                <a16:creationId xmlns:a16="http://schemas.microsoft.com/office/drawing/2014/main" id="{701205A0-F59F-41E1-9CB2-66E35AFFB1A5}"/>
              </a:ext>
            </a:extLst>
          </p:cNvPr>
          <p:cNvSpPr>
            <a:spLocks xmlns:a="http://schemas.openxmlformats.org/drawingml/2006/main" noGrp="1"/>
          </p:cNvSpPr>
          <p:nvPr/>
        </p:nvSpPr>
        <p:spPr>
          <a:xfrm xmlns:a="http://schemas.openxmlformats.org/drawingml/2006/main">
            <a:off x="685800" y="23241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D5660"/>
                </a:solidFill>
                <a:latin typeface="Arial"/>
                <a:ea typeface="Arial"/>
                <a:cs typeface="Arial"/>
              </a:defRPr>
            </a:pPr>
            <a:r>
              <a:rPr sz="1500" b="0">
                <a:solidFill>
                  <a:srgbClr val="5D5660"/>
                </a:solidFill>
                <a:latin typeface="Arial"/>
                <a:ea typeface="Arial"/>
                <a:cs typeface="Arial"/>
              </a:rPr>
              <a:t>Mô hình miền và quy tắc đặt tour</a:t>
            </a:r>
          </a:p>
        </p:txBody>
      </p:sp>
      <p:sp>
        <p:nvSpPr>
          <p:cNvPr id="5" name="">
            <a:extLst xmlns:a="http://schemas.openxmlformats.org/drawingml/2006/main">
              <a:ext uri="{FF2B5EF4-FFF2-40B4-BE49-F238E27FC236}">
                <a16:creationId xmlns:a16="http://schemas.microsoft.com/office/drawing/2014/main" id="{8BC4C452-E917-44FE-9FA2-E7BD6C66AF05}"/>
              </a:ext>
            </a:extLst>
          </p:cNvPr>
          <p:cNvSpPr>
            <a:spLocks xmlns:a="http://schemas.openxmlformats.org/drawingml/2006/main" noGrp="1"/>
          </p:cNvSpPr>
          <p:nvPr/>
        </p:nvSpPr>
        <p:spPr>
          <a:xfrm xmlns:a="http://schemas.openxmlformats.org/drawingml/2006/main">
            <a:off x="685800" y="30289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3B1644"/>
                </a:solidFill>
                <a:latin typeface="Arial"/>
                <a:ea typeface="Arial"/>
                <a:cs typeface="Arial"/>
              </a:defRPr>
            </a:pPr>
            <a:r>
              <a:rPr sz="1875" b="1">
                <a:solidFill>
                  <a:srgbClr val="3B1644"/>
                </a:solidFill>
                <a:latin typeface="Arial"/>
                <a:ea typeface="Arial"/>
                <a:cs typeface="Arial"/>
              </a:rPr>
              <a:t>02  UseCases</a:t>
            </a:r>
          </a:p>
        </p:txBody>
      </p:sp>
      <p:sp>
        <p:nvSpPr>
          <p:cNvPr id="6" name="">
            <a:extLst xmlns:a="http://schemas.openxmlformats.org/drawingml/2006/main">
              <a:ext uri="{FF2B5EF4-FFF2-40B4-BE49-F238E27FC236}">
                <a16:creationId xmlns:a16="http://schemas.microsoft.com/office/drawing/2014/main" id="{406BB74D-D6B2-4247-B565-4D80A50D69EC}"/>
              </a:ext>
            </a:extLst>
          </p:cNvPr>
          <p:cNvSpPr>
            <a:spLocks xmlns:a="http://schemas.openxmlformats.org/drawingml/2006/main" noGrp="1"/>
          </p:cNvSpPr>
          <p:nvPr/>
        </p:nvSpPr>
        <p:spPr>
          <a:xfrm xmlns:a="http://schemas.openxmlformats.org/drawingml/2006/main">
            <a:off x="685800" y="33909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D5660"/>
                </a:solidFill>
                <a:latin typeface="Arial"/>
                <a:ea typeface="Arial"/>
                <a:cs typeface="Arial"/>
              </a:defRPr>
            </a:pPr>
            <a:r>
              <a:rPr sz="1500" b="0">
                <a:solidFill>
                  <a:srgbClr val="5D5660"/>
                </a:solidFill>
                <a:latin typeface="Arial"/>
                <a:ea typeface="Arial"/>
                <a:cs typeface="Arial"/>
              </a:rPr>
              <a:t>Luồng nghiệp vụ và interface repository</a:t>
            </a:r>
          </a:p>
        </p:txBody>
      </p:sp>
      <p:sp>
        <p:nvSpPr>
          <p:cNvPr id="7" name="">
            <a:extLst xmlns:a="http://schemas.openxmlformats.org/drawingml/2006/main">
              <a:ext uri="{FF2B5EF4-FFF2-40B4-BE49-F238E27FC236}">
                <a16:creationId xmlns:a16="http://schemas.microsoft.com/office/drawing/2014/main" id="{02C3A3EB-35A4-4E68-A441-3942F7F74786}"/>
              </a:ext>
            </a:extLst>
          </p:cNvPr>
          <p:cNvSpPr>
            <a:spLocks xmlns:a="http://schemas.openxmlformats.org/drawingml/2006/main" noGrp="1"/>
          </p:cNvSpPr>
          <p:nvPr/>
        </p:nvSpPr>
        <p:spPr>
          <a:xfrm xmlns:a="http://schemas.openxmlformats.org/drawingml/2006/main">
            <a:off x="685800" y="40957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3B1644"/>
                </a:solidFill>
                <a:latin typeface="Arial"/>
                <a:ea typeface="Arial"/>
                <a:cs typeface="Arial"/>
              </a:defRPr>
            </a:pPr>
            <a:r>
              <a:rPr sz="1875" b="1">
                <a:solidFill>
                  <a:srgbClr val="3B1644"/>
                </a:solidFill>
                <a:latin typeface="Arial"/>
                <a:ea typeface="Arial"/>
                <a:cs typeface="Arial"/>
              </a:rPr>
              <a:t>03  Plugins</a:t>
            </a:r>
          </a:p>
        </p:txBody>
      </p:sp>
      <p:sp>
        <p:nvSpPr>
          <p:cNvPr id="8" name="">
            <a:extLst xmlns:a="http://schemas.openxmlformats.org/drawingml/2006/main">
              <a:ext uri="{FF2B5EF4-FFF2-40B4-BE49-F238E27FC236}">
                <a16:creationId xmlns:a16="http://schemas.microsoft.com/office/drawing/2014/main" id="{7D474389-F918-458E-A9F9-8FE7907D48BB}"/>
              </a:ext>
            </a:extLst>
          </p:cNvPr>
          <p:cNvSpPr>
            <a:spLocks xmlns:a="http://schemas.openxmlformats.org/drawingml/2006/main" noGrp="1"/>
          </p:cNvSpPr>
          <p:nvPr/>
        </p:nvSpPr>
        <p:spPr>
          <a:xfrm xmlns:a="http://schemas.openxmlformats.org/drawingml/2006/main">
            <a:off x="685800" y="44577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D5660"/>
                </a:solidFill>
                <a:latin typeface="Arial"/>
                <a:ea typeface="Arial"/>
                <a:cs typeface="Arial"/>
              </a:defRPr>
            </a:pPr>
            <a:r>
              <a:rPr sz="1500" b="0">
                <a:solidFill>
                  <a:srgbClr val="5D5660"/>
                </a:solidFill>
                <a:latin typeface="Arial"/>
                <a:ea typeface="Arial"/>
                <a:cs typeface="Arial"/>
              </a:rPr>
              <a:t>SQL Server với Dapper và dữ liệu mẫu trong bộ nhớ</a:t>
            </a:r>
          </a:p>
        </p:txBody>
      </p:sp>
      <p:sp>
        <p:nvSpPr>
          <p:cNvPr id="9" name="">
            <a:extLst xmlns:a="http://schemas.openxmlformats.org/drawingml/2006/main">
              <a:ext uri="{FF2B5EF4-FFF2-40B4-BE49-F238E27FC236}">
                <a16:creationId xmlns:a16="http://schemas.microsoft.com/office/drawing/2014/main" id="{D1AA2BF3-0033-448E-B96B-A20829D5ED4C}"/>
              </a:ext>
            </a:extLst>
          </p:cNvPr>
          <p:cNvSpPr>
            <a:spLocks xmlns:a="http://schemas.openxmlformats.org/drawingml/2006/main" noGrp="1"/>
          </p:cNvSpPr>
          <p:nvPr/>
        </p:nvSpPr>
        <p:spPr>
          <a:xfrm xmlns:a="http://schemas.openxmlformats.org/drawingml/2006/main">
            <a:off x="685800" y="51625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3B1644"/>
                </a:solidFill>
                <a:latin typeface="Arial"/>
                <a:ea typeface="Arial"/>
                <a:cs typeface="Arial"/>
              </a:defRPr>
            </a:pPr>
            <a:r>
              <a:rPr sz="1875" b="1">
                <a:solidFill>
                  <a:srgbClr val="3B1644"/>
                </a:solidFill>
                <a:latin typeface="Arial"/>
                <a:ea typeface="Arial"/>
                <a:cs typeface="Arial"/>
              </a:rPr>
              <a:t>04  WebApp</a:t>
            </a:r>
          </a:p>
        </p:txBody>
      </p:sp>
      <p:sp>
        <p:nvSpPr>
          <p:cNvPr id="10" name="">
            <a:extLst xmlns:a="http://schemas.openxmlformats.org/drawingml/2006/main">
              <a:ext uri="{FF2B5EF4-FFF2-40B4-BE49-F238E27FC236}">
                <a16:creationId xmlns:a16="http://schemas.microsoft.com/office/drawing/2014/main" id="{5E87AC0C-B108-45B9-81E6-C10A94D8A9E5}"/>
              </a:ext>
            </a:extLst>
          </p:cNvPr>
          <p:cNvSpPr>
            <a:spLocks xmlns:a="http://schemas.openxmlformats.org/drawingml/2006/main" noGrp="1"/>
          </p:cNvSpPr>
          <p:nvPr/>
        </p:nvSpPr>
        <p:spPr>
          <a:xfrm xmlns:a="http://schemas.openxmlformats.org/drawingml/2006/main">
            <a:off x="685800" y="55245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D5660"/>
                </a:solidFill>
                <a:latin typeface="Arial"/>
                <a:ea typeface="Arial"/>
                <a:cs typeface="Arial"/>
              </a:defRPr>
            </a:pPr>
            <a:r>
              <a:rPr sz="1500" b="0">
                <a:solidFill>
                  <a:srgbClr val="5D5660"/>
                </a:solidFill>
                <a:latin typeface="Arial"/>
                <a:ea typeface="Arial"/>
                <a:cs typeface="Arial"/>
              </a:rPr>
              <a:t>Giao diện Blazor Server, cookie và phân quyền</a:t>
            </a:r>
          </a:p>
        </p:txBody>
      </p:sp>
      <p:pic>
        <p:nvPicPr>
          <p:cNvPr id="23" name="">
            <a:extLst xmlns:a="http://schemas.openxmlformats.org/drawingml/2006/main">
              <a:ext uri="{FF2B5EF4-FFF2-40B4-BE49-F238E27FC236}">
                <a16:creationId xmlns:a16="http://schemas.microsoft.com/office/drawing/2014/main" id="{0F59B575-A9E3-45BB-9062-38702D4CAE41}"/>
              </a:ext>
            </a:extLst>
          </p:cNvPr>
          <p:cNvPicPr>
            <a:picLocks xmlns:a="http://schemas.openxmlformats.org/drawingml/2006/main" noChangeAspect="1"/>
          </p:cNvPicPr>
          <p:nvPr/>
        </p:nvPicPr>
        <p:blipFill>
          <a:blip xmlns:r="http://schemas.openxmlformats.org/officeDocument/2006/relationships" xmlns:a="http://schemas.openxmlformats.org/drawingml/2006/main" r:embed="Rc309108602ce4ef9"/>
          <a:srcRect xmlns:a="http://schemas.openxmlformats.org/drawingml/2006/main" l="9395" t="0" r="9395" b="0"/>
          <a:stretch xmlns:a="http://schemas.openxmlformats.org/drawingml/2006/main">
            <a:fillRect l="0" t="0" r="0" b="0"/>
          </a:stretch>
        </p:blipFill>
        <p:spPr>
          <a:xfrm xmlns:a="http://schemas.openxmlformats.org/drawingml/2006/main">
            <a:off x="6286500" y="1790700"/>
            <a:ext cx="5219700" cy="4286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586943B-A9CF-4EAA-8123-507D44AC127C}"/>
              </a:ext>
            </a:extLst>
          </p:cNvPr>
          <p:cNvSpPr>
            <a:spLocks xmlns:a="http://schemas.openxmlformats.org/drawingml/2006/main" noGrp="1"/>
          </p:cNvSpPr>
          <p:nvPr/>
        </p:nvSpPr>
        <p:spPr>
          <a:xfrm xmlns:a="http://schemas.openxmlformats.org/drawingml/2006/main">
            <a:off x="685800" y="63436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542255"/>
                </a:solidFill>
                <a:latin typeface="Arial"/>
                <a:ea typeface="Arial"/>
                <a:cs typeface="Arial"/>
              </a:defRPr>
            </a:pPr>
            <a:r>
              <a:rPr sz="1500" b="1">
                <a:solidFill>
                  <a:srgbClr val="542255"/>
                </a:solidFill>
                <a:latin typeface="Arial"/>
                <a:ea typeface="Arial"/>
                <a:cs typeface="Arial"/>
              </a:rPr>
              <a:t>.NET 8  ·  SQL Server  ·  Dapper</a:t>
            </a:r>
          </a:p>
        </p:txBody>
      </p:sp>
    </p:spTree>
    <p:extLst>
      <p:ext uri="{BB962C8B-B14F-4D97-AF65-F5344CB8AC3E}">
        <p14:creationId xmlns:p14="http://schemas.microsoft.com/office/powerpoint/2010/main" val="1225026302"/>
      </p:ext>
    </p:extLst>
  </p:cSld>
</p:sld>
</file>

<file path=ppt/slides/slide6.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9" name="progress-update">
            <a:extLst xmlns:a="http://schemas.openxmlformats.org/drawingml/2006/main">
              <a:ext uri="{FF2B5EF4-FFF2-40B4-BE49-F238E27FC236}">
                <a16:creationId xmlns:a16="http://schemas.microsoft.com/office/drawing/2014/main" id="{374DDCE9-A166-4E1E-B9B6-AD0CC5DEB779}"/>
              </a:ext>
            </a:extLst>
          </p:cNvPr>
          <p:cNvSpPr>
            <a:spLocks xmlns:a="http://schemas.openxmlformats.org/drawingml/2006/main" noGrp="1"/>
          </p:cNvSpPr>
          <p:nvPr/>
        </p:nvSpPr>
        <p:spPr>
          <a:xfrm xmlns:a="http://schemas.openxmlformats.org/drawingml/2006/main">
            <a:off x="685800" y="4953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2255"/>
                </a:solidFill>
                <a:latin typeface="Arial"/>
                <a:ea typeface="Arial"/>
                <a:cs typeface="Arial"/>
              </a:defRPr>
            </a:defPPr>
            <a:lvl1pPr algn="l">
              <a:defRPr sz="1350" b="1">
                <a:solidFill>
                  <a:srgbClr val="542255"/>
                </a:solidFill>
                <a:latin typeface="Arial"/>
                <a:ea typeface="Arial"/>
                <a:cs typeface="Arial"/>
              </a:defRPr>
            </a:lvl1pPr>
            <a:lvl2pPr algn="l">
              <a:defRPr sz="1350" b="1">
                <a:solidFill>
                  <a:srgbClr val="542255"/>
                </a:solidFill>
                <a:latin typeface="Arial"/>
                <a:ea typeface="Arial"/>
                <a:cs typeface="Arial"/>
              </a:defRPr>
            </a:lvl2pPr>
            <a:lvl3pPr algn="l">
              <a:defRPr sz="1350" b="1">
                <a:solidFill>
                  <a:srgbClr val="542255"/>
                </a:solidFill>
                <a:latin typeface="Arial"/>
                <a:ea typeface="Arial"/>
                <a:cs typeface="Arial"/>
              </a:defRPr>
            </a:lvl3pPr>
            <a:lvl4pPr algn="l">
              <a:defRPr sz="1350" b="1">
                <a:solidFill>
                  <a:srgbClr val="542255"/>
                </a:solidFill>
                <a:latin typeface="Arial"/>
                <a:ea typeface="Arial"/>
                <a:cs typeface="Arial"/>
              </a:defRPr>
            </a:lvl4pPr>
            <a:lvl5pPr algn="l">
              <a:defRPr sz="1350" b="1">
                <a:solidFill>
                  <a:srgbClr val="542255"/>
                </a:solidFill>
                <a:latin typeface="Arial"/>
                <a:ea typeface="Arial"/>
                <a:cs typeface="Arial"/>
              </a:defRPr>
            </a:lvl5pPr>
            <a:lvl6pPr algn="l">
              <a:defRPr sz="1350" b="1">
                <a:solidFill>
                  <a:srgbClr val="542255"/>
                </a:solidFill>
                <a:latin typeface="Arial"/>
                <a:ea typeface="Arial"/>
                <a:cs typeface="Arial"/>
              </a:defRPr>
            </a:lvl6pPr>
            <a:lvl7pPr algn="l">
              <a:defRPr sz="1350" b="1">
                <a:solidFill>
                  <a:srgbClr val="542255"/>
                </a:solidFill>
                <a:latin typeface="Arial"/>
                <a:ea typeface="Arial"/>
                <a:cs typeface="Arial"/>
              </a:defRPr>
            </a:lvl7pPr>
            <a:lvl8pPr algn="l">
              <a:defRPr sz="1350" b="1">
                <a:solidFill>
                  <a:srgbClr val="542255"/>
                </a:solidFill>
                <a:latin typeface="Arial"/>
                <a:ea typeface="Arial"/>
                <a:cs typeface="Arial"/>
              </a:defRPr>
            </a:lvl8pPr>
            <a:lvl9pPr algn="l">
              <a:defRPr sz="1350" b="1">
                <a:solidFill>
                  <a:srgbClr val="542255"/>
                </a:solidFill>
                <a:latin typeface="Arial"/>
                <a:ea typeface="Arial"/>
                <a:cs typeface="Arial"/>
              </a:defRPr>
            </a:lvl9pPr>
          </a:lstStyle>
          <a:p xmlns:a="http://schemas.openxmlformats.org/drawingml/2006/main">
            <a:pPr algn="l">
              <a:defRPr sz="1350" b="1">
                <a:solidFill>
                  <a:srgbClr val="542255"/>
                </a:solidFill>
                <a:latin typeface="Arial"/>
                <a:ea typeface="Arial"/>
                <a:cs typeface="Arial"/>
              </a:defRPr>
            </a:pPr>
            <a:r>
              <a:rPr sz="1350" b="1">
                <a:solidFill>
                  <a:srgbClr val="542255"/>
                </a:solidFill>
                <a:latin typeface="Arial"/>
                <a:ea typeface="Arial"/>
                <a:cs typeface="Arial"/>
              </a:rPr>
              <a:t>CẬP NHẬT  ·  20/10/2026</a:t>
            </a:r>
          </a:p>
        </p:txBody>
      </p:sp>
      <p:sp>
        <p:nvSpPr>
          <p:cNvPr id="2" name="progress-title">
            <a:extLst xmlns:a="http://schemas.openxmlformats.org/drawingml/2006/main">
              <a:ext uri="{FF2B5EF4-FFF2-40B4-BE49-F238E27FC236}">
                <a16:creationId xmlns:a16="http://schemas.microsoft.com/office/drawing/2014/main" id="{85FE4C3E-15B4-4CC8-A6DC-A9C2F210A81B}"/>
              </a:ext>
            </a:extLst>
          </p:cNvPr>
          <p:cNvSpPr>
            <a:spLocks xmlns:a="http://schemas.openxmlformats.org/drawingml/2006/main" noGrp="1"/>
          </p:cNvSpPr>
          <p:nvPr/>
        </p:nvSpPr>
        <p:spPr>
          <a:xfrm xmlns:a="http://schemas.openxmlformats.org/drawingml/2006/main">
            <a:off x="685800" y="9429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211B22"/>
                </a:solidFill>
                <a:latin typeface="Arial"/>
                <a:ea typeface="Arial"/>
                <a:cs typeface="Arial"/>
              </a:defRPr>
            </a:defPPr>
            <a:lvl1pPr algn="l">
              <a:defRPr sz="3150" b="1">
                <a:solidFill>
                  <a:srgbClr val="211B22"/>
                </a:solidFill>
                <a:latin typeface="Arial"/>
                <a:ea typeface="Arial"/>
                <a:cs typeface="Arial"/>
              </a:defRPr>
            </a:lvl1pPr>
            <a:lvl2pPr algn="l">
              <a:defRPr sz="3150" b="1">
                <a:solidFill>
                  <a:srgbClr val="211B22"/>
                </a:solidFill>
                <a:latin typeface="Arial"/>
                <a:ea typeface="Arial"/>
                <a:cs typeface="Arial"/>
              </a:defRPr>
            </a:lvl2pPr>
            <a:lvl3pPr algn="l">
              <a:defRPr sz="3150" b="1">
                <a:solidFill>
                  <a:srgbClr val="211B22"/>
                </a:solidFill>
                <a:latin typeface="Arial"/>
                <a:ea typeface="Arial"/>
                <a:cs typeface="Arial"/>
              </a:defRPr>
            </a:lvl3pPr>
            <a:lvl4pPr algn="l">
              <a:defRPr sz="3150" b="1">
                <a:solidFill>
                  <a:srgbClr val="211B22"/>
                </a:solidFill>
                <a:latin typeface="Arial"/>
                <a:ea typeface="Arial"/>
                <a:cs typeface="Arial"/>
              </a:defRPr>
            </a:lvl4pPr>
            <a:lvl5pPr algn="l">
              <a:defRPr sz="3150" b="1">
                <a:solidFill>
                  <a:srgbClr val="211B22"/>
                </a:solidFill>
                <a:latin typeface="Arial"/>
                <a:ea typeface="Arial"/>
                <a:cs typeface="Arial"/>
              </a:defRPr>
            </a:lvl5pPr>
            <a:lvl6pPr algn="l">
              <a:defRPr sz="3150" b="1">
                <a:solidFill>
                  <a:srgbClr val="211B22"/>
                </a:solidFill>
                <a:latin typeface="Arial"/>
                <a:ea typeface="Arial"/>
                <a:cs typeface="Arial"/>
              </a:defRPr>
            </a:lvl6pPr>
            <a:lvl7pPr algn="l">
              <a:defRPr sz="3150" b="1">
                <a:solidFill>
                  <a:srgbClr val="211B22"/>
                </a:solidFill>
                <a:latin typeface="Arial"/>
                <a:ea typeface="Arial"/>
                <a:cs typeface="Arial"/>
              </a:defRPr>
            </a:lvl7pPr>
            <a:lvl8pPr algn="l">
              <a:defRPr sz="3150" b="1">
                <a:solidFill>
                  <a:srgbClr val="211B22"/>
                </a:solidFill>
                <a:latin typeface="Arial"/>
                <a:ea typeface="Arial"/>
                <a:cs typeface="Arial"/>
              </a:defRPr>
            </a:lvl8pPr>
            <a:lvl9pPr algn="l">
              <a:defRPr sz="3150" b="1">
                <a:solidFill>
                  <a:srgbClr val="211B22"/>
                </a:solidFill>
                <a:latin typeface="Arial"/>
                <a:ea typeface="Arial"/>
                <a:cs typeface="Arial"/>
              </a:defRPr>
            </a:lvl9pPr>
          </a:lstStyle>
          <a:p xmlns:a="http://schemas.openxmlformats.org/drawingml/2006/main">
            <a:pPr algn="l">
              <a:defRPr sz="3150" b="1">
                <a:solidFill>
                  <a:srgbClr val="211B22"/>
                </a:solidFill>
                <a:latin typeface="Arial"/>
                <a:ea typeface="Arial"/>
                <a:cs typeface="Arial"/>
              </a:defRPr>
            </a:pPr>
            <a:r>
              <a:rPr sz="3150" b="1">
                <a:solidFill>
                  <a:srgbClr val="211B22"/>
                </a:solidFill>
                <a:latin typeface="Arial"/>
                <a:ea typeface="Arial"/>
                <a:cs typeface="Arial"/>
              </a:rPr>
              <a:t>Tiến độ thực hiện</a:t>
            </a:r>
          </a:p>
        </p:txBody>
      </p:sp>
      <p:sp>
        <p:nvSpPr>
          <p:cNvPr id="3" name="progress-summary">
            <a:extLst xmlns:a="http://schemas.openxmlformats.org/drawingml/2006/main">
              <a:ext uri="{FF2B5EF4-FFF2-40B4-BE49-F238E27FC236}">
                <a16:creationId xmlns:a16="http://schemas.microsoft.com/office/drawing/2014/main" id="{0E8BAE62-B1D2-4566-8EE3-CA2A4BB8AEF5}"/>
              </a:ext>
            </a:extLst>
          </p:cNvPr>
          <p:cNvSpPr>
            <a:spLocks xmlns:a="http://schemas.openxmlformats.org/drawingml/2006/main" noGrp="1"/>
          </p:cNvSpPr>
          <p:nvPr/>
        </p:nvSpPr>
        <p:spPr>
          <a:xfrm xmlns:a="http://schemas.openxmlformats.org/drawingml/2006/main">
            <a:off x="685800" y="1581150"/>
            <a:ext cx="1071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D5660"/>
                </a:solidFill>
                <a:latin typeface="Arial"/>
                <a:ea typeface="Arial"/>
                <a:cs typeface="Arial"/>
              </a:defRPr>
            </a:defPPr>
            <a:lvl1pPr algn="l">
              <a:defRPr sz="1575" b="0">
                <a:solidFill>
                  <a:srgbClr val="5D5660"/>
                </a:solidFill>
                <a:latin typeface="Arial"/>
                <a:ea typeface="Arial"/>
                <a:cs typeface="Arial"/>
              </a:defRPr>
            </a:lvl1pPr>
            <a:lvl2pPr algn="l">
              <a:defRPr sz="1575" b="0">
                <a:solidFill>
                  <a:srgbClr val="5D5660"/>
                </a:solidFill>
                <a:latin typeface="Arial"/>
                <a:ea typeface="Arial"/>
                <a:cs typeface="Arial"/>
              </a:defRPr>
            </a:lvl2pPr>
            <a:lvl3pPr algn="l">
              <a:defRPr sz="1575" b="0">
                <a:solidFill>
                  <a:srgbClr val="5D5660"/>
                </a:solidFill>
                <a:latin typeface="Arial"/>
                <a:ea typeface="Arial"/>
                <a:cs typeface="Arial"/>
              </a:defRPr>
            </a:lvl3pPr>
            <a:lvl4pPr algn="l">
              <a:defRPr sz="1575" b="0">
                <a:solidFill>
                  <a:srgbClr val="5D5660"/>
                </a:solidFill>
                <a:latin typeface="Arial"/>
                <a:ea typeface="Arial"/>
                <a:cs typeface="Arial"/>
              </a:defRPr>
            </a:lvl4pPr>
            <a:lvl5pPr algn="l">
              <a:defRPr sz="1575" b="0">
                <a:solidFill>
                  <a:srgbClr val="5D5660"/>
                </a:solidFill>
                <a:latin typeface="Arial"/>
                <a:ea typeface="Arial"/>
                <a:cs typeface="Arial"/>
              </a:defRPr>
            </a:lvl5pPr>
            <a:lvl6pPr algn="l">
              <a:defRPr sz="1575" b="0">
                <a:solidFill>
                  <a:srgbClr val="5D5660"/>
                </a:solidFill>
                <a:latin typeface="Arial"/>
                <a:ea typeface="Arial"/>
                <a:cs typeface="Arial"/>
              </a:defRPr>
            </a:lvl6pPr>
            <a:lvl7pPr algn="l">
              <a:defRPr sz="1575" b="0">
                <a:solidFill>
                  <a:srgbClr val="5D5660"/>
                </a:solidFill>
                <a:latin typeface="Arial"/>
                <a:ea typeface="Arial"/>
                <a:cs typeface="Arial"/>
              </a:defRPr>
            </a:lvl7pPr>
            <a:lvl8pPr algn="l">
              <a:defRPr sz="1575" b="0">
                <a:solidFill>
                  <a:srgbClr val="5D5660"/>
                </a:solidFill>
                <a:latin typeface="Arial"/>
                <a:ea typeface="Arial"/>
                <a:cs typeface="Arial"/>
              </a:defRPr>
            </a:lvl8pPr>
            <a:lvl9pPr algn="l">
              <a:defRPr sz="1575" b="0">
                <a:solidFill>
                  <a:srgbClr val="5D5660"/>
                </a:solidFill>
                <a:latin typeface="Arial"/>
                <a:ea typeface="Arial"/>
                <a:cs typeface="Arial"/>
              </a:defRPr>
            </a:lvl9pPr>
          </a:lstStyle>
          <a:p xmlns:a="http://schemas.openxmlformats.org/drawingml/2006/main">
            <a:pPr algn="l">
              <a:defRPr sz="1575" b="0">
                <a:solidFill>
                  <a:srgbClr val="5D5660"/>
                </a:solidFill>
                <a:latin typeface="Arial"/>
                <a:ea typeface="Arial"/>
                <a:cs typeface="Arial"/>
              </a:defRPr>
            </a:pPr>
            <a:r>
              <a:rPr sz="1575" b="0">
                <a:solidFill>
                  <a:srgbClr val="5D5660"/>
                </a:solidFill>
                <a:latin typeface="Arial"/>
                <a:ea typeface="Arial"/>
                <a:cs typeface="Arial"/>
              </a:rPr>
              <a:t>Các chức năng chính và thiết kế đã có; kiểm chứng trên SQL Server còn lại.</a:t>
            </a:r>
          </a:p>
        </p:txBody>
      </p:sp>
      <p:sp>
        <p:nvSpPr>
          <p:cNvPr id="4" name="completed-heading">
            <a:extLst xmlns:a="http://schemas.openxmlformats.org/drawingml/2006/main">
              <a:ext uri="{FF2B5EF4-FFF2-40B4-BE49-F238E27FC236}">
                <a16:creationId xmlns:a16="http://schemas.microsoft.com/office/drawing/2014/main" id="{CABF738E-2970-42E9-A3E3-1292C4867E7B}"/>
              </a:ext>
            </a:extLst>
          </p:cNvPr>
          <p:cNvSpPr>
            <a:spLocks xmlns:a="http://schemas.openxmlformats.org/drawingml/2006/main" noGrp="1"/>
          </p:cNvSpPr>
          <p:nvPr/>
        </p:nvSpPr>
        <p:spPr>
          <a:xfrm xmlns:a="http://schemas.openxmlformats.org/drawingml/2006/main">
            <a:off x="685800" y="213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542255"/>
                </a:solidFill>
                <a:latin typeface="Arial"/>
                <a:ea typeface="Arial"/>
                <a:cs typeface="Arial"/>
              </a:defRPr>
            </a:defPPr>
            <a:lvl1pPr algn="l">
              <a:defRPr sz="1500" b="1">
                <a:solidFill>
                  <a:srgbClr val="542255"/>
                </a:solidFill>
                <a:latin typeface="Arial"/>
                <a:ea typeface="Arial"/>
                <a:cs typeface="Arial"/>
              </a:defRPr>
            </a:lvl1pPr>
            <a:lvl2pPr algn="l">
              <a:defRPr sz="1500" b="1">
                <a:solidFill>
                  <a:srgbClr val="542255"/>
                </a:solidFill>
                <a:latin typeface="Arial"/>
                <a:ea typeface="Arial"/>
                <a:cs typeface="Arial"/>
              </a:defRPr>
            </a:lvl2pPr>
            <a:lvl3pPr algn="l">
              <a:defRPr sz="1500" b="1">
                <a:solidFill>
                  <a:srgbClr val="542255"/>
                </a:solidFill>
                <a:latin typeface="Arial"/>
                <a:ea typeface="Arial"/>
                <a:cs typeface="Arial"/>
              </a:defRPr>
            </a:lvl3pPr>
            <a:lvl4pPr algn="l">
              <a:defRPr sz="1500" b="1">
                <a:solidFill>
                  <a:srgbClr val="542255"/>
                </a:solidFill>
                <a:latin typeface="Arial"/>
                <a:ea typeface="Arial"/>
                <a:cs typeface="Arial"/>
              </a:defRPr>
            </a:lvl4pPr>
            <a:lvl5pPr algn="l">
              <a:defRPr sz="1500" b="1">
                <a:solidFill>
                  <a:srgbClr val="542255"/>
                </a:solidFill>
                <a:latin typeface="Arial"/>
                <a:ea typeface="Arial"/>
                <a:cs typeface="Arial"/>
              </a:defRPr>
            </a:lvl5pPr>
            <a:lvl6pPr algn="l">
              <a:defRPr sz="1500" b="1">
                <a:solidFill>
                  <a:srgbClr val="542255"/>
                </a:solidFill>
                <a:latin typeface="Arial"/>
                <a:ea typeface="Arial"/>
                <a:cs typeface="Arial"/>
              </a:defRPr>
            </a:lvl6pPr>
            <a:lvl7pPr algn="l">
              <a:defRPr sz="1500" b="1">
                <a:solidFill>
                  <a:srgbClr val="542255"/>
                </a:solidFill>
                <a:latin typeface="Arial"/>
                <a:ea typeface="Arial"/>
                <a:cs typeface="Arial"/>
              </a:defRPr>
            </a:lvl7pPr>
            <a:lvl8pPr algn="l">
              <a:defRPr sz="1500" b="1">
                <a:solidFill>
                  <a:srgbClr val="542255"/>
                </a:solidFill>
                <a:latin typeface="Arial"/>
                <a:ea typeface="Arial"/>
                <a:cs typeface="Arial"/>
              </a:defRPr>
            </a:lvl8pPr>
            <a:lvl9pPr algn="l">
              <a:defRPr sz="1500" b="1">
                <a:solidFill>
                  <a:srgbClr val="542255"/>
                </a:solidFill>
                <a:latin typeface="Arial"/>
                <a:ea typeface="Arial"/>
                <a:cs typeface="Arial"/>
              </a:defRPr>
            </a:lvl9pPr>
          </a:lstStyle>
          <a:p xmlns:a="http://schemas.openxmlformats.org/drawingml/2006/main">
            <a:pPr algn="l">
              <a:defRPr sz="1500" b="1">
                <a:solidFill>
                  <a:srgbClr val="542255"/>
                </a:solidFill>
                <a:latin typeface="Arial"/>
                <a:ea typeface="Arial"/>
                <a:cs typeface="Arial"/>
              </a:defRPr>
            </a:pPr>
            <a:r>
              <a:rPr sz="1500" b="1">
                <a:solidFill>
                  <a:srgbClr val="542255"/>
                </a:solidFill>
                <a:latin typeface="Arial"/>
                <a:ea typeface="Arial"/>
                <a:cs typeface="Arial"/>
              </a:rPr>
              <a:t>ĐÃ TRIỂN KHAI</a:t>
            </a:r>
          </a:p>
        </p:txBody>
      </p:sp>
      <p:sp>
        <p:nvSpPr>
          <p:cNvPr id="5" name="pending-heading">
            <a:extLst xmlns:a="http://schemas.openxmlformats.org/drawingml/2006/main">
              <a:ext uri="{FF2B5EF4-FFF2-40B4-BE49-F238E27FC236}">
                <a16:creationId xmlns:a16="http://schemas.microsoft.com/office/drawing/2014/main" id="{BC3625EF-F517-4C98-8E13-054B2C0678F4}"/>
              </a:ext>
            </a:extLst>
          </p:cNvPr>
          <p:cNvSpPr>
            <a:spLocks xmlns:a="http://schemas.openxmlformats.org/drawingml/2006/main" noGrp="1"/>
          </p:cNvSpPr>
          <p:nvPr/>
        </p:nvSpPr>
        <p:spPr>
          <a:xfrm xmlns:a="http://schemas.openxmlformats.org/drawingml/2006/main">
            <a:off x="6400800" y="2133600"/>
            <a:ext cx="510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542255"/>
                </a:solidFill>
                <a:latin typeface="Arial"/>
                <a:ea typeface="Arial"/>
                <a:cs typeface="Arial"/>
              </a:defRPr>
            </a:defPPr>
            <a:lvl1pPr algn="l">
              <a:defRPr sz="1500" b="1">
                <a:solidFill>
                  <a:srgbClr val="542255"/>
                </a:solidFill>
                <a:latin typeface="Arial"/>
                <a:ea typeface="Arial"/>
                <a:cs typeface="Arial"/>
              </a:defRPr>
            </a:lvl1pPr>
            <a:lvl2pPr algn="l">
              <a:defRPr sz="1500" b="1">
                <a:solidFill>
                  <a:srgbClr val="542255"/>
                </a:solidFill>
                <a:latin typeface="Arial"/>
                <a:ea typeface="Arial"/>
                <a:cs typeface="Arial"/>
              </a:defRPr>
            </a:lvl2pPr>
            <a:lvl3pPr algn="l">
              <a:defRPr sz="1500" b="1">
                <a:solidFill>
                  <a:srgbClr val="542255"/>
                </a:solidFill>
                <a:latin typeface="Arial"/>
                <a:ea typeface="Arial"/>
                <a:cs typeface="Arial"/>
              </a:defRPr>
            </a:lvl3pPr>
            <a:lvl4pPr algn="l">
              <a:defRPr sz="1500" b="1">
                <a:solidFill>
                  <a:srgbClr val="542255"/>
                </a:solidFill>
                <a:latin typeface="Arial"/>
                <a:ea typeface="Arial"/>
                <a:cs typeface="Arial"/>
              </a:defRPr>
            </a:lvl4pPr>
            <a:lvl5pPr algn="l">
              <a:defRPr sz="1500" b="1">
                <a:solidFill>
                  <a:srgbClr val="542255"/>
                </a:solidFill>
                <a:latin typeface="Arial"/>
                <a:ea typeface="Arial"/>
                <a:cs typeface="Arial"/>
              </a:defRPr>
            </a:lvl5pPr>
            <a:lvl6pPr algn="l">
              <a:defRPr sz="1500" b="1">
                <a:solidFill>
                  <a:srgbClr val="542255"/>
                </a:solidFill>
                <a:latin typeface="Arial"/>
                <a:ea typeface="Arial"/>
                <a:cs typeface="Arial"/>
              </a:defRPr>
            </a:lvl6pPr>
            <a:lvl7pPr algn="l">
              <a:defRPr sz="1500" b="1">
                <a:solidFill>
                  <a:srgbClr val="542255"/>
                </a:solidFill>
                <a:latin typeface="Arial"/>
                <a:ea typeface="Arial"/>
                <a:cs typeface="Arial"/>
              </a:defRPr>
            </a:lvl7pPr>
            <a:lvl8pPr algn="l">
              <a:defRPr sz="1500" b="1">
                <a:solidFill>
                  <a:srgbClr val="542255"/>
                </a:solidFill>
                <a:latin typeface="Arial"/>
                <a:ea typeface="Arial"/>
                <a:cs typeface="Arial"/>
              </a:defRPr>
            </a:lvl8pPr>
            <a:lvl9pPr algn="l">
              <a:defRPr sz="1500" b="1">
                <a:solidFill>
                  <a:srgbClr val="542255"/>
                </a:solidFill>
                <a:latin typeface="Arial"/>
                <a:ea typeface="Arial"/>
                <a:cs typeface="Arial"/>
              </a:defRPr>
            </a:lvl9pPr>
          </a:lstStyle>
          <a:p xmlns:a="http://schemas.openxmlformats.org/drawingml/2006/main">
            <a:pPr algn="l">
              <a:defRPr sz="1500" b="1">
                <a:solidFill>
                  <a:srgbClr val="542255"/>
                </a:solidFill>
                <a:latin typeface="Arial"/>
                <a:ea typeface="Arial"/>
                <a:cs typeface="Arial"/>
              </a:defRPr>
            </a:pPr>
            <a:r>
              <a:rPr sz="1500" b="1">
                <a:solidFill>
                  <a:srgbClr val="542255"/>
                </a:solidFill>
                <a:latin typeface="Arial"/>
                <a:ea typeface="Arial"/>
                <a:cs typeface="Arial"/>
              </a:rPr>
              <a:t>CẦN KIỂM CHỨNG</a:t>
            </a:r>
          </a:p>
        </p:txBody>
      </p:sp>
      <p:sp>
        <p:nvSpPr>
          <p:cNvPr id="6" name="completed-booking-title">
            <a:extLst xmlns:a="http://schemas.openxmlformats.org/drawingml/2006/main">
              <a:ext uri="{FF2B5EF4-FFF2-40B4-BE49-F238E27FC236}">
                <a16:creationId xmlns:a16="http://schemas.microsoft.com/office/drawing/2014/main" id="{685C021A-5EC3-4B91-B680-32F07044913B}"/>
              </a:ext>
            </a:extLst>
          </p:cNvPr>
          <p:cNvSpPr>
            <a:spLocks xmlns:a="http://schemas.openxmlformats.org/drawingml/2006/main" noGrp="1"/>
          </p:cNvSpPr>
          <p:nvPr/>
        </p:nvSpPr>
        <p:spPr>
          <a:xfrm xmlns:a="http://schemas.openxmlformats.org/drawingml/2006/main">
            <a:off x="685800" y="2619375"/>
            <a:ext cx="5048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B1644"/>
                </a:solidFill>
                <a:latin typeface="Arial"/>
                <a:ea typeface="Arial"/>
                <a:cs typeface="Arial"/>
              </a:defRPr>
            </a:defPPr>
            <a:lvl1pPr algn="l">
              <a:defRPr sz="1800" b="1">
                <a:solidFill>
                  <a:srgbClr val="3B1644"/>
                </a:solidFill>
                <a:latin typeface="Arial"/>
                <a:ea typeface="Arial"/>
                <a:cs typeface="Arial"/>
              </a:defRPr>
            </a:lvl1pPr>
            <a:lvl2pPr algn="l">
              <a:defRPr sz="1800" b="1">
                <a:solidFill>
                  <a:srgbClr val="3B1644"/>
                </a:solidFill>
                <a:latin typeface="Arial"/>
                <a:ea typeface="Arial"/>
                <a:cs typeface="Arial"/>
              </a:defRPr>
            </a:lvl2pPr>
            <a:lvl3pPr algn="l">
              <a:defRPr sz="1800" b="1">
                <a:solidFill>
                  <a:srgbClr val="3B1644"/>
                </a:solidFill>
                <a:latin typeface="Arial"/>
                <a:ea typeface="Arial"/>
                <a:cs typeface="Arial"/>
              </a:defRPr>
            </a:lvl3pPr>
            <a:lvl4pPr algn="l">
              <a:defRPr sz="1800" b="1">
                <a:solidFill>
                  <a:srgbClr val="3B1644"/>
                </a:solidFill>
                <a:latin typeface="Arial"/>
                <a:ea typeface="Arial"/>
                <a:cs typeface="Arial"/>
              </a:defRPr>
            </a:lvl4pPr>
            <a:lvl5pPr algn="l">
              <a:defRPr sz="1800" b="1">
                <a:solidFill>
                  <a:srgbClr val="3B1644"/>
                </a:solidFill>
                <a:latin typeface="Arial"/>
                <a:ea typeface="Arial"/>
                <a:cs typeface="Arial"/>
              </a:defRPr>
            </a:lvl5pPr>
            <a:lvl6pPr algn="l">
              <a:defRPr sz="1800" b="1">
                <a:solidFill>
                  <a:srgbClr val="3B1644"/>
                </a:solidFill>
                <a:latin typeface="Arial"/>
                <a:ea typeface="Arial"/>
                <a:cs typeface="Arial"/>
              </a:defRPr>
            </a:lvl6pPr>
            <a:lvl7pPr algn="l">
              <a:defRPr sz="1800" b="1">
                <a:solidFill>
                  <a:srgbClr val="3B1644"/>
                </a:solidFill>
                <a:latin typeface="Arial"/>
                <a:ea typeface="Arial"/>
                <a:cs typeface="Arial"/>
              </a:defRPr>
            </a:lvl7pPr>
            <a:lvl8pPr algn="l">
              <a:defRPr sz="1800" b="1">
                <a:solidFill>
                  <a:srgbClr val="3B1644"/>
                </a:solidFill>
                <a:latin typeface="Arial"/>
                <a:ea typeface="Arial"/>
                <a:cs typeface="Arial"/>
              </a:defRPr>
            </a:lvl8pPr>
            <a:lvl9pPr algn="l">
              <a:defRPr sz="1800" b="1">
                <a:solidFill>
                  <a:srgbClr val="3B1644"/>
                </a:solidFill>
                <a:latin typeface="Arial"/>
                <a:ea typeface="Arial"/>
                <a:cs typeface="Arial"/>
              </a:defRPr>
            </a:lvl9pPr>
          </a:lstStyle>
          <a:p xmlns:a="http://schemas.openxmlformats.org/drawingml/2006/main">
            <a:pPr algn="l">
              <a:defRPr sz="1800" b="1">
                <a:solidFill>
                  <a:srgbClr val="3B1644"/>
                </a:solidFill>
                <a:latin typeface="Arial"/>
                <a:ea typeface="Arial"/>
                <a:cs typeface="Arial"/>
              </a:defRPr>
            </a:pPr>
            <a:r>
              <a:rPr sz="1800" b="1">
                <a:solidFill>
                  <a:srgbClr val="3B1644"/>
                </a:solidFill>
                <a:latin typeface="Arial"/>
                <a:ea typeface="Arial"/>
                <a:cs typeface="Arial"/>
              </a:rPr>
              <a:t>Website đặt tour</a:t>
            </a:r>
          </a:p>
        </p:txBody>
      </p:sp>
      <p:sp>
        <p:nvSpPr>
          <p:cNvPr id="7" name="completed-booking-copy">
            <a:extLst xmlns:a="http://schemas.openxmlformats.org/drawingml/2006/main">
              <a:ext uri="{FF2B5EF4-FFF2-40B4-BE49-F238E27FC236}">
                <a16:creationId xmlns:a16="http://schemas.microsoft.com/office/drawing/2014/main" id="{27441E64-A961-4996-B777-C7D2410DA244}"/>
              </a:ext>
            </a:extLst>
          </p:cNvPr>
          <p:cNvSpPr>
            <a:spLocks xmlns:a="http://schemas.openxmlformats.org/drawingml/2006/main" noGrp="1"/>
          </p:cNvSpPr>
          <p:nvPr/>
        </p:nvSpPr>
        <p:spPr>
          <a:xfrm xmlns:a="http://schemas.openxmlformats.org/drawingml/2006/main">
            <a:off x="685800" y="2952750"/>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D5660"/>
                </a:solidFill>
                <a:latin typeface="Arial"/>
                <a:ea typeface="Arial"/>
                <a:cs typeface="Arial"/>
              </a:defRPr>
            </a:defPPr>
            <a:lvl1pPr algn="l">
              <a:defRPr sz="1500" b="0">
                <a:solidFill>
                  <a:srgbClr val="5D5660"/>
                </a:solidFill>
                <a:latin typeface="Arial"/>
                <a:ea typeface="Arial"/>
                <a:cs typeface="Arial"/>
              </a:defRPr>
            </a:lvl1pPr>
            <a:lvl2pPr algn="l">
              <a:defRPr sz="1500" b="0">
                <a:solidFill>
                  <a:srgbClr val="5D5660"/>
                </a:solidFill>
                <a:latin typeface="Arial"/>
                <a:ea typeface="Arial"/>
                <a:cs typeface="Arial"/>
              </a:defRPr>
            </a:lvl2pPr>
            <a:lvl3pPr algn="l">
              <a:defRPr sz="1500" b="0">
                <a:solidFill>
                  <a:srgbClr val="5D5660"/>
                </a:solidFill>
                <a:latin typeface="Arial"/>
                <a:ea typeface="Arial"/>
                <a:cs typeface="Arial"/>
              </a:defRPr>
            </a:lvl3pPr>
            <a:lvl4pPr algn="l">
              <a:defRPr sz="1500" b="0">
                <a:solidFill>
                  <a:srgbClr val="5D5660"/>
                </a:solidFill>
                <a:latin typeface="Arial"/>
                <a:ea typeface="Arial"/>
                <a:cs typeface="Arial"/>
              </a:defRPr>
            </a:lvl4pPr>
            <a:lvl5pPr algn="l">
              <a:defRPr sz="1500" b="0">
                <a:solidFill>
                  <a:srgbClr val="5D5660"/>
                </a:solidFill>
                <a:latin typeface="Arial"/>
                <a:ea typeface="Arial"/>
                <a:cs typeface="Arial"/>
              </a:defRPr>
            </a:lvl5pPr>
            <a:lvl6pPr algn="l">
              <a:defRPr sz="1500" b="0">
                <a:solidFill>
                  <a:srgbClr val="5D5660"/>
                </a:solidFill>
                <a:latin typeface="Arial"/>
                <a:ea typeface="Arial"/>
                <a:cs typeface="Arial"/>
              </a:defRPr>
            </a:lvl6pPr>
            <a:lvl7pPr algn="l">
              <a:defRPr sz="1500" b="0">
                <a:solidFill>
                  <a:srgbClr val="5D5660"/>
                </a:solidFill>
                <a:latin typeface="Arial"/>
                <a:ea typeface="Arial"/>
                <a:cs typeface="Arial"/>
              </a:defRPr>
            </a:lvl7pPr>
            <a:lvl8pPr algn="l">
              <a:defRPr sz="1500" b="0">
                <a:solidFill>
                  <a:srgbClr val="5D5660"/>
                </a:solidFill>
                <a:latin typeface="Arial"/>
                <a:ea typeface="Arial"/>
                <a:cs typeface="Arial"/>
              </a:defRPr>
            </a:lvl8pPr>
            <a:lvl9pPr algn="l">
              <a:defRPr sz="1500" b="0">
                <a:solidFill>
                  <a:srgbClr val="5D5660"/>
                </a:solidFill>
                <a:latin typeface="Arial"/>
                <a:ea typeface="Arial"/>
                <a:cs typeface="Arial"/>
              </a:defRPr>
            </a:lvl9pPr>
          </a:lstStyle>
          <a:p xmlns:a="http://schemas.openxmlformats.org/drawingml/2006/main">
            <a:pPr algn="l">
              <a:defRPr sz="1500" b="0">
                <a:solidFill>
                  <a:srgbClr val="5D5660"/>
                </a:solidFill>
                <a:latin typeface="Arial"/>
                <a:ea typeface="Arial"/>
                <a:cs typeface="Arial"/>
              </a:defRPr>
            </a:pPr>
            <a:r>
              <a:rPr sz="1500" b="0">
                <a:solidFill>
                  <a:srgbClr val="5D5660"/>
                </a:solidFill>
                <a:latin typeface="Arial"/>
                <a:ea typeface="Arial"/>
                <a:cs typeface="Arial"/>
              </a:rPr>
              <a:t>Tìm tour, xem lịch khởi hành, đặt chỗ và tra cứu mã booking.</a:t>
            </a:r>
          </a:p>
        </p:txBody>
      </p:sp>
      <p:sp>
        <p:nvSpPr>
          <p:cNvPr id="8" name="completed-rules-title">
            <a:extLst xmlns:a="http://schemas.openxmlformats.org/drawingml/2006/main">
              <a:ext uri="{FF2B5EF4-FFF2-40B4-BE49-F238E27FC236}">
                <a16:creationId xmlns:a16="http://schemas.microsoft.com/office/drawing/2014/main" id="{13FD0D8F-33F0-4CB4-B5E7-263FDAB789B5}"/>
              </a:ext>
            </a:extLst>
          </p:cNvPr>
          <p:cNvSpPr>
            <a:spLocks xmlns:a="http://schemas.openxmlformats.org/drawingml/2006/main" noGrp="1"/>
          </p:cNvSpPr>
          <p:nvPr/>
        </p:nvSpPr>
        <p:spPr>
          <a:xfrm xmlns:a="http://schemas.openxmlformats.org/drawingml/2006/main">
            <a:off x="685800" y="3571875"/>
            <a:ext cx="5048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B1644"/>
                </a:solidFill>
                <a:latin typeface="Arial"/>
                <a:ea typeface="Arial"/>
                <a:cs typeface="Arial"/>
              </a:defRPr>
            </a:defPPr>
            <a:lvl1pPr algn="l">
              <a:defRPr sz="1800" b="1">
                <a:solidFill>
                  <a:srgbClr val="3B1644"/>
                </a:solidFill>
                <a:latin typeface="Arial"/>
                <a:ea typeface="Arial"/>
                <a:cs typeface="Arial"/>
              </a:defRPr>
            </a:lvl1pPr>
            <a:lvl2pPr algn="l">
              <a:defRPr sz="1800" b="1">
                <a:solidFill>
                  <a:srgbClr val="3B1644"/>
                </a:solidFill>
                <a:latin typeface="Arial"/>
                <a:ea typeface="Arial"/>
                <a:cs typeface="Arial"/>
              </a:defRPr>
            </a:lvl2pPr>
            <a:lvl3pPr algn="l">
              <a:defRPr sz="1800" b="1">
                <a:solidFill>
                  <a:srgbClr val="3B1644"/>
                </a:solidFill>
                <a:latin typeface="Arial"/>
                <a:ea typeface="Arial"/>
                <a:cs typeface="Arial"/>
              </a:defRPr>
            </a:lvl3pPr>
            <a:lvl4pPr algn="l">
              <a:defRPr sz="1800" b="1">
                <a:solidFill>
                  <a:srgbClr val="3B1644"/>
                </a:solidFill>
                <a:latin typeface="Arial"/>
                <a:ea typeface="Arial"/>
                <a:cs typeface="Arial"/>
              </a:defRPr>
            </a:lvl4pPr>
            <a:lvl5pPr algn="l">
              <a:defRPr sz="1800" b="1">
                <a:solidFill>
                  <a:srgbClr val="3B1644"/>
                </a:solidFill>
                <a:latin typeface="Arial"/>
                <a:ea typeface="Arial"/>
                <a:cs typeface="Arial"/>
              </a:defRPr>
            </a:lvl5pPr>
            <a:lvl6pPr algn="l">
              <a:defRPr sz="1800" b="1">
                <a:solidFill>
                  <a:srgbClr val="3B1644"/>
                </a:solidFill>
                <a:latin typeface="Arial"/>
                <a:ea typeface="Arial"/>
                <a:cs typeface="Arial"/>
              </a:defRPr>
            </a:lvl6pPr>
            <a:lvl7pPr algn="l">
              <a:defRPr sz="1800" b="1">
                <a:solidFill>
                  <a:srgbClr val="3B1644"/>
                </a:solidFill>
                <a:latin typeface="Arial"/>
                <a:ea typeface="Arial"/>
                <a:cs typeface="Arial"/>
              </a:defRPr>
            </a:lvl7pPr>
            <a:lvl8pPr algn="l">
              <a:defRPr sz="1800" b="1">
                <a:solidFill>
                  <a:srgbClr val="3B1644"/>
                </a:solidFill>
                <a:latin typeface="Arial"/>
                <a:ea typeface="Arial"/>
                <a:cs typeface="Arial"/>
              </a:defRPr>
            </a:lvl8pPr>
            <a:lvl9pPr algn="l">
              <a:defRPr sz="1800" b="1">
                <a:solidFill>
                  <a:srgbClr val="3B1644"/>
                </a:solidFill>
                <a:latin typeface="Arial"/>
                <a:ea typeface="Arial"/>
                <a:cs typeface="Arial"/>
              </a:defRPr>
            </a:lvl9pPr>
          </a:lstStyle>
          <a:p xmlns:a="http://schemas.openxmlformats.org/drawingml/2006/main">
            <a:pPr algn="l">
              <a:defRPr sz="1800" b="1">
                <a:solidFill>
                  <a:srgbClr val="3B1644"/>
                </a:solidFill>
                <a:latin typeface="Arial"/>
                <a:ea typeface="Arial"/>
                <a:cs typeface="Arial"/>
              </a:defRPr>
            </a:pPr>
            <a:r>
              <a:rPr sz="1800" b="1">
                <a:solidFill>
                  <a:srgbClr val="3B1644"/>
                </a:solidFill>
                <a:latin typeface="Arial"/>
                <a:ea typeface="Arial"/>
                <a:cs typeface="Arial"/>
              </a:rPr>
              <a:t>Quy tắc nghiệp vụ</a:t>
            </a:r>
          </a:p>
        </p:txBody>
      </p:sp>
      <p:sp>
        <p:nvSpPr>
          <p:cNvPr id="9" name="completed-rules-copy">
            <a:extLst xmlns:a="http://schemas.openxmlformats.org/drawingml/2006/main">
              <a:ext uri="{FF2B5EF4-FFF2-40B4-BE49-F238E27FC236}">
                <a16:creationId xmlns:a16="http://schemas.microsoft.com/office/drawing/2014/main" id="{A303CBC3-5F8D-43CC-92F7-880BA859804F}"/>
              </a:ext>
            </a:extLst>
          </p:cNvPr>
          <p:cNvSpPr>
            <a:spLocks xmlns:a="http://schemas.openxmlformats.org/drawingml/2006/main" noGrp="1"/>
          </p:cNvSpPr>
          <p:nvPr/>
        </p:nvSpPr>
        <p:spPr>
          <a:xfrm xmlns:a="http://schemas.openxmlformats.org/drawingml/2006/main">
            <a:off x="685800" y="3905250"/>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D5660"/>
                </a:solidFill>
                <a:latin typeface="Arial"/>
                <a:ea typeface="Arial"/>
                <a:cs typeface="Arial"/>
              </a:defRPr>
            </a:defPPr>
            <a:lvl1pPr algn="l">
              <a:defRPr sz="1500" b="0">
                <a:solidFill>
                  <a:srgbClr val="5D5660"/>
                </a:solidFill>
                <a:latin typeface="Arial"/>
                <a:ea typeface="Arial"/>
                <a:cs typeface="Arial"/>
              </a:defRPr>
            </a:lvl1pPr>
            <a:lvl2pPr algn="l">
              <a:defRPr sz="1500" b="0">
                <a:solidFill>
                  <a:srgbClr val="5D5660"/>
                </a:solidFill>
                <a:latin typeface="Arial"/>
                <a:ea typeface="Arial"/>
                <a:cs typeface="Arial"/>
              </a:defRPr>
            </a:lvl2pPr>
            <a:lvl3pPr algn="l">
              <a:defRPr sz="1500" b="0">
                <a:solidFill>
                  <a:srgbClr val="5D5660"/>
                </a:solidFill>
                <a:latin typeface="Arial"/>
                <a:ea typeface="Arial"/>
                <a:cs typeface="Arial"/>
              </a:defRPr>
            </a:lvl3pPr>
            <a:lvl4pPr algn="l">
              <a:defRPr sz="1500" b="0">
                <a:solidFill>
                  <a:srgbClr val="5D5660"/>
                </a:solidFill>
                <a:latin typeface="Arial"/>
                <a:ea typeface="Arial"/>
                <a:cs typeface="Arial"/>
              </a:defRPr>
            </a:lvl4pPr>
            <a:lvl5pPr algn="l">
              <a:defRPr sz="1500" b="0">
                <a:solidFill>
                  <a:srgbClr val="5D5660"/>
                </a:solidFill>
                <a:latin typeface="Arial"/>
                <a:ea typeface="Arial"/>
                <a:cs typeface="Arial"/>
              </a:defRPr>
            </a:lvl5pPr>
            <a:lvl6pPr algn="l">
              <a:defRPr sz="1500" b="0">
                <a:solidFill>
                  <a:srgbClr val="5D5660"/>
                </a:solidFill>
                <a:latin typeface="Arial"/>
                <a:ea typeface="Arial"/>
                <a:cs typeface="Arial"/>
              </a:defRPr>
            </a:lvl6pPr>
            <a:lvl7pPr algn="l">
              <a:defRPr sz="1500" b="0">
                <a:solidFill>
                  <a:srgbClr val="5D5660"/>
                </a:solidFill>
                <a:latin typeface="Arial"/>
                <a:ea typeface="Arial"/>
                <a:cs typeface="Arial"/>
              </a:defRPr>
            </a:lvl7pPr>
            <a:lvl8pPr algn="l">
              <a:defRPr sz="1500" b="0">
                <a:solidFill>
                  <a:srgbClr val="5D5660"/>
                </a:solidFill>
                <a:latin typeface="Arial"/>
                <a:ea typeface="Arial"/>
                <a:cs typeface="Arial"/>
              </a:defRPr>
            </a:lvl8pPr>
            <a:lvl9pPr algn="l">
              <a:defRPr sz="1500" b="0">
                <a:solidFill>
                  <a:srgbClr val="5D5660"/>
                </a:solidFill>
                <a:latin typeface="Arial"/>
                <a:ea typeface="Arial"/>
                <a:cs typeface="Arial"/>
              </a:defRPr>
            </a:lvl9pPr>
          </a:lstStyle>
          <a:p xmlns:a="http://schemas.openxmlformats.org/drawingml/2006/main">
            <a:pPr algn="l">
              <a:defRPr sz="1500" b="0">
                <a:solidFill>
                  <a:srgbClr val="5D5660"/>
                </a:solidFill>
                <a:latin typeface="Arial"/>
                <a:ea typeface="Arial"/>
                <a:cs typeface="Arial"/>
              </a:defRPr>
            </a:pPr>
            <a:r>
              <a:rPr sz="1500" b="0">
                <a:solidFill>
                  <a:srgbClr val="5D5660"/>
                </a:solidFill>
                <a:latin typeface="Arial"/>
                <a:ea typeface="Arial"/>
                <a:cs typeface="Arial"/>
              </a:rPr>
              <a:t>Giới hạn sức chứa, khóa đặt trước 24 giờ và tính giá theo độ tuổi.</a:t>
            </a:r>
          </a:p>
        </p:txBody>
      </p:sp>
      <p:sp>
        <p:nvSpPr>
          <p:cNvPr id="10" name="completed-admin-title">
            <a:extLst xmlns:a="http://schemas.openxmlformats.org/drawingml/2006/main">
              <a:ext uri="{FF2B5EF4-FFF2-40B4-BE49-F238E27FC236}">
                <a16:creationId xmlns:a16="http://schemas.microsoft.com/office/drawing/2014/main" id="{8DA36CB8-E306-43F1-88A5-52246920383B}"/>
              </a:ext>
            </a:extLst>
          </p:cNvPr>
          <p:cNvSpPr>
            <a:spLocks xmlns:a="http://schemas.openxmlformats.org/drawingml/2006/main" noGrp="1"/>
          </p:cNvSpPr>
          <p:nvPr/>
        </p:nvSpPr>
        <p:spPr>
          <a:xfrm xmlns:a="http://schemas.openxmlformats.org/drawingml/2006/main">
            <a:off x="685800" y="4524375"/>
            <a:ext cx="5048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B1644"/>
                </a:solidFill>
                <a:latin typeface="Arial"/>
                <a:ea typeface="Arial"/>
                <a:cs typeface="Arial"/>
              </a:defRPr>
            </a:defPPr>
            <a:lvl1pPr algn="l">
              <a:defRPr sz="1800" b="1">
                <a:solidFill>
                  <a:srgbClr val="3B1644"/>
                </a:solidFill>
                <a:latin typeface="Arial"/>
                <a:ea typeface="Arial"/>
                <a:cs typeface="Arial"/>
              </a:defRPr>
            </a:lvl1pPr>
            <a:lvl2pPr algn="l">
              <a:defRPr sz="1800" b="1">
                <a:solidFill>
                  <a:srgbClr val="3B1644"/>
                </a:solidFill>
                <a:latin typeface="Arial"/>
                <a:ea typeface="Arial"/>
                <a:cs typeface="Arial"/>
              </a:defRPr>
            </a:lvl2pPr>
            <a:lvl3pPr algn="l">
              <a:defRPr sz="1800" b="1">
                <a:solidFill>
                  <a:srgbClr val="3B1644"/>
                </a:solidFill>
                <a:latin typeface="Arial"/>
                <a:ea typeface="Arial"/>
                <a:cs typeface="Arial"/>
              </a:defRPr>
            </a:lvl3pPr>
            <a:lvl4pPr algn="l">
              <a:defRPr sz="1800" b="1">
                <a:solidFill>
                  <a:srgbClr val="3B1644"/>
                </a:solidFill>
                <a:latin typeface="Arial"/>
                <a:ea typeface="Arial"/>
                <a:cs typeface="Arial"/>
              </a:defRPr>
            </a:lvl4pPr>
            <a:lvl5pPr algn="l">
              <a:defRPr sz="1800" b="1">
                <a:solidFill>
                  <a:srgbClr val="3B1644"/>
                </a:solidFill>
                <a:latin typeface="Arial"/>
                <a:ea typeface="Arial"/>
                <a:cs typeface="Arial"/>
              </a:defRPr>
            </a:lvl5pPr>
            <a:lvl6pPr algn="l">
              <a:defRPr sz="1800" b="1">
                <a:solidFill>
                  <a:srgbClr val="3B1644"/>
                </a:solidFill>
                <a:latin typeface="Arial"/>
                <a:ea typeface="Arial"/>
                <a:cs typeface="Arial"/>
              </a:defRPr>
            </a:lvl6pPr>
            <a:lvl7pPr algn="l">
              <a:defRPr sz="1800" b="1">
                <a:solidFill>
                  <a:srgbClr val="3B1644"/>
                </a:solidFill>
                <a:latin typeface="Arial"/>
                <a:ea typeface="Arial"/>
                <a:cs typeface="Arial"/>
              </a:defRPr>
            </a:lvl7pPr>
            <a:lvl8pPr algn="l">
              <a:defRPr sz="1800" b="1">
                <a:solidFill>
                  <a:srgbClr val="3B1644"/>
                </a:solidFill>
                <a:latin typeface="Arial"/>
                <a:ea typeface="Arial"/>
                <a:cs typeface="Arial"/>
              </a:defRPr>
            </a:lvl8pPr>
            <a:lvl9pPr algn="l">
              <a:defRPr sz="1800" b="1">
                <a:solidFill>
                  <a:srgbClr val="3B1644"/>
                </a:solidFill>
                <a:latin typeface="Arial"/>
                <a:ea typeface="Arial"/>
                <a:cs typeface="Arial"/>
              </a:defRPr>
            </a:lvl9pPr>
          </a:lstStyle>
          <a:p xmlns:a="http://schemas.openxmlformats.org/drawingml/2006/main">
            <a:pPr algn="l">
              <a:defRPr sz="1800" b="1">
                <a:solidFill>
                  <a:srgbClr val="3B1644"/>
                </a:solidFill>
                <a:latin typeface="Arial"/>
                <a:ea typeface="Arial"/>
                <a:cs typeface="Arial"/>
              </a:defRPr>
            </a:pPr>
            <a:r>
              <a:rPr sz="1800" b="1">
                <a:solidFill>
                  <a:srgbClr val="3B1644"/>
                </a:solidFill>
                <a:latin typeface="Arial"/>
                <a:ea typeface="Arial"/>
                <a:cs typeface="Arial"/>
              </a:rPr>
              <a:t>Tài khoản và quản trị</a:t>
            </a:r>
          </a:p>
        </p:txBody>
      </p:sp>
      <p:sp>
        <p:nvSpPr>
          <p:cNvPr id="11" name="completed-admin-copy">
            <a:extLst xmlns:a="http://schemas.openxmlformats.org/drawingml/2006/main">
              <a:ext uri="{FF2B5EF4-FFF2-40B4-BE49-F238E27FC236}">
                <a16:creationId xmlns:a16="http://schemas.microsoft.com/office/drawing/2014/main" id="{D8B79821-7AFB-4C59-8A66-512BCF870C51}"/>
              </a:ext>
            </a:extLst>
          </p:cNvPr>
          <p:cNvSpPr>
            <a:spLocks xmlns:a="http://schemas.openxmlformats.org/drawingml/2006/main" noGrp="1"/>
          </p:cNvSpPr>
          <p:nvPr/>
        </p:nvSpPr>
        <p:spPr>
          <a:xfrm xmlns:a="http://schemas.openxmlformats.org/drawingml/2006/main">
            <a:off x="685800" y="4857750"/>
            <a:ext cx="504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D5660"/>
                </a:solidFill>
                <a:latin typeface="Arial"/>
                <a:ea typeface="Arial"/>
                <a:cs typeface="Arial"/>
              </a:defRPr>
            </a:defPPr>
            <a:lvl1pPr algn="l">
              <a:defRPr sz="1500" b="0">
                <a:solidFill>
                  <a:srgbClr val="5D5660"/>
                </a:solidFill>
                <a:latin typeface="Arial"/>
                <a:ea typeface="Arial"/>
                <a:cs typeface="Arial"/>
              </a:defRPr>
            </a:lvl1pPr>
            <a:lvl2pPr algn="l">
              <a:defRPr sz="1500" b="0">
                <a:solidFill>
                  <a:srgbClr val="5D5660"/>
                </a:solidFill>
                <a:latin typeface="Arial"/>
                <a:ea typeface="Arial"/>
                <a:cs typeface="Arial"/>
              </a:defRPr>
            </a:lvl2pPr>
            <a:lvl3pPr algn="l">
              <a:defRPr sz="1500" b="0">
                <a:solidFill>
                  <a:srgbClr val="5D5660"/>
                </a:solidFill>
                <a:latin typeface="Arial"/>
                <a:ea typeface="Arial"/>
                <a:cs typeface="Arial"/>
              </a:defRPr>
            </a:lvl3pPr>
            <a:lvl4pPr algn="l">
              <a:defRPr sz="1500" b="0">
                <a:solidFill>
                  <a:srgbClr val="5D5660"/>
                </a:solidFill>
                <a:latin typeface="Arial"/>
                <a:ea typeface="Arial"/>
                <a:cs typeface="Arial"/>
              </a:defRPr>
            </a:lvl4pPr>
            <a:lvl5pPr algn="l">
              <a:defRPr sz="1500" b="0">
                <a:solidFill>
                  <a:srgbClr val="5D5660"/>
                </a:solidFill>
                <a:latin typeface="Arial"/>
                <a:ea typeface="Arial"/>
                <a:cs typeface="Arial"/>
              </a:defRPr>
            </a:lvl5pPr>
            <a:lvl6pPr algn="l">
              <a:defRPr sz="1500" b="0">
                <a:solidFill>
                  <a:srgbClr val="5D5660"/>
                </a:solidFill>
                <a:latin typeface="Arial"/>
                <a:ea typeface="Arial"/>
                <a:cs typeface="Arial"/>
              </a:defRPr>
            </a:lvl6pPr>
            <a:lvl7pPr algn="l">
              <a:defRPr sz="1500" b="0">
                <a:solidFill>
                  <a:srgbClr val="5D5660"/>
                </a:solidFill>
                <a:latin typeface="Arial"/>
                <a:ea typeface="Arial"/>
                <a:cs typeface="Arial"/>
              </a:defRPr>
            </a:lvl7pPr>
            <a:lvl8pPr algn="l">
              <a:defRPr sz="1500" b="0">
                <a:solidFill>
                  <a:srgbClr val="5D5660"/>
                </a:solidFill>
                <a:latin typeface="Arial"/>
                <a:ea typeface="Arial"/>
                <a:cs typeface="Arial"/>
              </a:defRPr>
            </a:lvl8pPr>
            <a:lvl9pPr algn="l">
              <a:defRPr sz="1500" b="0">
                <a:solidFill>
                  <a:srgbClr val="5D5660"/>
                </a:solidFill>
                <a:latin typeface="Arial"/>
                <a:ea typeface="Arial"/>
                <a:cs typeface="Arial"/>
              </a:defRPr>
            </a:lvl9pPr>
          </a:lstStyle>
          <a:p xmlns:a="http://schemas.openxmlformats.org/drawingml/2006/main">
            <a:pPr algn="l">
              <a:defRPr sz="1500" b="0">
                <a:solidFill>
                  <a:srgbClr val="5D5660"/>
                </a:solidFill>
                <a:latin typeface="Arial"/>
                <a:ea typeface="Arial"/>
                <a:cs typeface="Arial"/>
              </a:defRPr>
            </a:pPr>
            <a:r>
              <a:rPr sz="1500" b="0">
                <a:solidFill>
                  <a:srgbClr val="5D5660"/>
                </a:solidFill>
                <a:latin typeface="Arial"/>
                <a:ea typeface="Arial"/>
                <a:cs typeface="Arial"/>
              </a:rPr>
              <a:t>Phân quyền Customer/Admin; quản lý tour, chuyến khởi hành và booking.</a:t>
            </a:r>
          </a:p>
        </p:txBody>
      </p:sp>
      <p:sp>
        <p:nvSpPr>
          <p:cNvPr id="12" name="completed-data-title">
            <a:extLst xmlns:a="http://schemas.openxmlformats.org/drawingml/2006/main">
              <a:ext uri="{FF2B5EF4-FFF2-40B4-BE49-F238E27FC236}">
                <a16:creationId xmlns:a16="http://schemas.microsoft.com/office/drawing/2014/main" id="{583BCB36-D8F4-40C7-A6EF-4E94447BE466}"/>
              </a:ext>
            </a:extLst>
          </p:cNvPr>
          <p:cNvSpPr>
            <a:spLocks xmlns:a="http://schemas.openxmlformats.org/drawingml/2006/main" noGrp="1"/>
          </p:cNvSpPr>
          <p:nvPr/>
        </p:nvSpPr>
        <p:spPr>
          <a:xfrm xmlns:a="http://schemas.openxmlformats.org/drawingml/2006/main">
            <a:off x="685800" y="5476875"/>
            <a:ext cx="5048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B1644"/>
                </a:solidFill>
                <a:latin typeface="Arial"/>
                <a:ea typeface="Arial"/>
                <a:cs typeface="Arial"/>
              </a:defRPr>
            </a:defPPr>
            <a:lvl1pPr algn="l">
              <a:defRPr sz="1800" b="1">
                <a:solidFill>
                  <a:srgbClr val="3B1644"/>
                </a:solidFill>
                <a:latin typeface="Arial"/>
                <a:ea typeface="Arial"/>
                <a:cs typeface="Arial"/>
              </a:defRPr>
            </a:lvl1pPr>
            <a:lvl2pPr algn="l">
              <a:defRPr sz="1800" b="1">
                <a:solidFill>
                  <a:srgbClr val="3B1644"/>
                </a:solidFill>
                <a:latin typeface="Arial"/>
                <a:ea typeface="Arial"/>
                <a:cs typeface="Arial"/>
              </a:defRPr>
            </a:lvl2pPr>
            <a:lvl3pPr algn="l">
              <a:defRPr sz="1800" b="1">
                <a:solidFill>
                  <a:srgbClr val="3B1644"/>
                </a:solidFill>
                <a:latin typeface="Arial"/>
                <a:ea typeface="Arial"/>
                <a:cs typeface="Arial"/>
              </a:defRPr>
            </a:lvl3pPr>
            <a:lvl4pPr algn="l">
              <a:defRPr sz="1800" b="1">
                <a:solidFill>
                  <a:srgbClr val="3B1644"/>
                </a:solidFill>
                <a:latin typeface="Arial"/>
                <a:ea typeface="Arial"/>
                <a:cs typeface="Arial"/>
              </a:defRPr>
            </a:lvl4pPr>
            <a:lvl5pPr algn="l">
              <a:defRPr sz="1800" b="1">
                <a:solidFill>
                  <a:srgbClr val="3B1644"/>
                </a:solidFill>
                <a:latin typeface="Arial"/>
                <a:ea typeface="Arial"/>
                <a:cs typeface="Arial"/>
              </a:defRPr>
            </a:lvl5pPr>
            <a:lvl6pPr algn="l">
              <a:defRPr sz="1800" b="1">
                <a:solidFill>
                  <a:srgbClr val="3B1644"/>
                </a:solidFill>
                <a:latin typeface="Arial"/>
                <a:ea typeface="Arial"/>
                <a:cs typeface="Arial"/>
              </a:defRPr>
            </a:lvl6pPr>
            <a:lvl7pPr algn="l">
              <a:defRPr sz="1800" b="1">
                <a:solidFill>
                  <a:srgbClr val="3B1644"/>
                </a:solidFill>
                <a:latin typeface="Arial"/>
                <a:ea typeface="Arial"/>
                <a:cs typeface="Arial"/>
              </a:defRPr>
            </a:lvl7pPr>
            <a:lvl8pPr algn="l">
              <a:defRPr sz="1800" b="1">
                <a:solidFill>
                  <a:srgbClr val="3B1644"/>
                </a:solidFill>
                <a:latin typeface="Arial"/>
                <a:ea typeface="Arial"/>
                <a:cs typeface="Arial"/>
              </a:defRPr>
            </a:lvl8pPr>
            <a:lvl9pPr algn="l">
              <a:defRPr sz="1800" b="1">
                <a:solidFill>
                  <a:srgbClr val="3B1644"/>
                </a:solidFill>
                <a:latin typeface="Arial"/>
                <a:ea typeface="Arial"/>
                <a:cs typeface="Arial"/>
              </a:defRPr>
            </a:lvl9pPr>
          </a:lstStyle>
          <a:p xmlns:a="http://schemas.openxmlformats.org/drawingml/2006/main">
            <a:pPr algn="l">
              <a:defRPr sz="1800" b="1">
                <a:solidFill>
                  <a:srgbClr val="3B1644"/>
                </a:solidFill>
                <a:latin typeface="Arial"/>
                <a:ea typeface="Arial"/>
                <a:cs typeface="Arial"/>
              </a:defRPr>
            </a:pPr>
            <a:r>
              <a:rPr sz="1800" b="1">
                <a:solidFill>
                  <a:srgbClr val="3B1644"/>
                </a:solidFill>
                <a:latin typeface="Arial"/>
                <a:ea typeface="Arial"/>
                <a:cs typeface="Arial"/>
              </a:rPr>
              <a:t>SQL, AI và báo cáo</a:t>
            </a:r>
          </a:p>
        </p:txBody>
      </p:sp>
      <p:sp>
        <p:nvSpPr>
          <p:cNvPr id="13" name="completed-data-copy">
            <a:extLst xmlns:a="http://schemas.openxmlformats.org/drawingml/2006/main">
              <a:ext uri="{FF2B5EF4-FFF2-40B4-BE49-F238E27FC236}">
                <a16:creationId xmlns:a16="http://schemas.microsoft.com/office/drawing/2014/main" id="{2ED68146-F513-4C64-8DCB-F9F4E8A37B29}"/>
              </a:ext>
            </a:extLst>
          </p:cNvPr>
          <p:cNvSpPr>
            <a:spLocks xmlns:a="http://schemas.openxmlformats.org/drawingml/2006/main" noGrp="1"/>
          </p:cNvSpPr>
          <p:nvPr/>
        </p:nvSpPr>
        <p:spPr>
          <a:xfrm xmlns:a="http://schemas.openxmlformats.org/drawingml/2006/main">
            <a:off x="685800" y="5810250"/>
            <a:ext cx="504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D5660"/>
                </a:solidFill>
                <a:latin typeface="Arial"/>
                <a:ea typeface="Arial"/>
                <a:cs typeface="Arial"/>
              </a:defRPr>
            </a:defPPr>
            <a:lvl1pPr algn="l">
              <a:defRPr sz="1425" b="0">
                <a:solidFill>
                  <a:srgbClr val="5D5660"/>
                </a:solidFill>
                <a:latin typeface="Arial"/>
                <a:ea typeface="Arial"/>
                <a:cs typeface="Arial"/>
              </a:defRPr>
            </a:lvl1pPr>
            <a:lvl2pPr algn="l">
              <a:defRPr sz="1425" b="0">
                <a:solidFill>
                  <a:srgbClr val="5D5660"/>
                </a:solidFill>
                <a:latin typeface="Arial"/>
                <a:ea typeface="Arial"/>
                <a:cs typeface="Arial"/>
              </a:defRPr>
            </a:lvl2pPr>
            <a:lvl3pPr algn="l">
              <a:defRPr sz="1425" b="0">
                <a:solidFill>
                  <a:srgbClr val="5D5660"/>
                </a:solidFill>
                <a:latin typeface="Arial"/>
                <a:ea typeface="Arial"/>
                <a:cs typeface="Arial"/>
              </a:defRPr>
            </a:lvl3pPr>
            <a:lvl4pPr algn="l">
              <a:defRPr sz="1425" b="0">
                <a:solidFill>
                  <a:srgbClr val="5D5660"/>
                </a:solidFill>
                <a:latin typeface="Arial"/>
                <a:ea typeface="Arial"/>
                <a:cs typeface="Arial"/>
              </a:defRPr>
            </a:lvl4pPr>
            <a:lvl5pPr algn="l">
              <a:defRPr sz="1425" b="0">
                <a:solidFill>
                  <a:srgbClr val="5D5660"/>
                </a:solidFill>
                <a:latin typeface="Arial"/>
                <a:ea typeface="Arial"/>
                <a:cs typeface="Arial"/>
              </a:defRPr>
            </a:lvl5pPr>
            <a:lvl6pPr algn="l">
              <a:defRPr sz="1425" b="0">
                <a:solidFill>
                  <a:srgbClr val="5D5660"/>
                </a:solidFill>
                <a:latin typeface="Arial"/>
                <a:ea typeface="Arial"/>
                <a:cs typeface="Arial"/>
              </a:defRPr>
            </a:lvl6pPr>
            <a:lvl7pPr algn="l">
              <a:defRPr sz="1425" b="0">
                <a:solidFill>
                  <a:srgbClr val="5D5660"/>
                </a:solidFill>
                <a:latin typeface="Arial"/>
                <a:ea typeface="Arial"/>
                <a:cs typeface="Arial"/>
              </a:defRPr>
            </a:lvl7pPr>
            <a:lvl8pPr algn="l">
              <a:defRPr sz="1425" b="0">
                <a:solidFill>
                  <a:srgbClr val="5D5660"/>
                </a:solidFill>
                <a:latin typeface="Arial"/>
                <a:ea typeface="Arial"/>
                <a:cs typeface="Arial"/>
              </a:defRPr>
            </a:lvl8pPr>
            <a:lvl9pPr algn="l">
              <a:defRPr sz="1425" b="0">
                <a:solidFill>
                  <a:srgbClr val="5D5660"/>
                </a:solidFill>
                <a:latin typeface="Arial"/>
                <a:ea typeface="Arial"/>
                <a:cs typeface="Arial"/>
              </a:defRPr>
            </a:lvl9pPr>
          </a:lstStyle>
          <a:p xmlns:a="http://schemas.openxmlformats.org/drawingml/2006/main">
            <a:pPr algn="l">
              <a:defRPr sz="1425" b="0">
                <a:solidFill>
                  <a:srgbClr val="5D5660"/>
                </a:solidFill>
                <a:latin typeface="Arial"/>
                <a:ea typeface="Arial"/>
                <a:cs typeface="Arial"/>
              </a:defRPr>
            </a:pPr>
            <a:r>
              <a:rPr sz="1425" b="0">
                <a:solidFill>
                  <a:srgbClr val="5D5660"/>
                </a:solidFill>
                <a:latin typeface="Arial"/>
                <a:ea typeface="Arial"/>
                <a:cs typeface="Arial"/>
              </a:rPr>
              <a:t>Schema 7 bảng có PK/FK và dữ liệu mẫu; lưu booking–vé trong transaction. Có AI gợi ý tour và xuất báo cáo.</a:t>
            </a:r>
          </a:p>
        </p:txBody>
      </p:sp>
      <p:sp>
        <p:nvSpPr>
          <p:cNvPr id="14" name="pending-sql-title">
            <a:extLst xmlns:a="http://schemas.openxmlformats.org/drawingml/2006/main">
              <a:ext uri="{FF2B5EF4-FFF2-40B4-BE49-F238E27FC236}">
                <a16:creationId xmlns:a16="http://schemas.microsoft.com/office/drawing/2014/main" id="{82025B55-45C4-46A3-ADD7-93739E1AC31E}"/>
              </a:ext>
            </a:extLst>
          </p:cNvPr>
          <p:cNvSpPr>
            <a:spLocks xmlns:a="http://schemas.openxmlformats.org/drawingml/2006/main" noGrp="1"/>
          </p:cNvSpPr>
          <p:nvPr/>
        </p:nvSpPr>
        <p:spPr>
          <a:xfrm xmlns:a="http://schemas.openxmlformats.org/drawingml/2006/main">
            <a:off x="6400800" y="2619375"/>
            <a:ext cx="5105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B1644"/>
                </a:solidFill>
                <a:latin typeface="Arial"/>
                <a:ea typeface="Arial"/>
                <a:cs typeface="Arial"/>
              </a:defRPr>
            </a:defPPr>
            <a:lvl1pPr algn="l">
              <a:defRPr sz="1800" b="1">
                <a:solidFill>
                  <a:srgbClr val="3B1644"/>
                </a:solidFill>
                <a:latin typeface="Arial"/>
                <a:ea typeface="Arial"/>
                <a:cs typeface="Arial"/>
              </a:defRPr>
            </a:lvl1pPr>
            <a:lvl2pPr algn="l">
              <a:defRPr sz="1800" b="1">
                <a:solidFill>
                  <a:srgbClr val="3B1644"/>
                </a:solidFill>
                <a:latin typeface="Arial"/>
                <a:ea typeface="Arial"/>
                <a:cs typeface="Arial"/>
              </a:defRPr>
            </a:lvl2pPr>
            <a:lvl3pPr algn="l">
              <a:defRPr sz="1800" b="1">
                <a:solidFill>
                  <a:srgbClr val="3B1644"/>
                </a:solidFill>
                <a:latin typeface="Arial"/>
                <a:ea typeface="Arial"/>
                <a:cs typeface="Arial"/>
              </a:defRPr>
            </a:lvl3pPr>
            <a:lvl4pPr algn="l">
              <a:defRPr sz="1800" b="1">
                <a:solidFill>
                  <a:srgbClr val="3B1644"/>
                </a:solidFill>
                <a:latin typeface="Arial"/>
                <a:ea typeface="Arial"/>
                <a:cs typeface="Arial"/>
              </a:defRPr>
            </a:lvl4pPr>
            <a:lvl5pPr algn="l">
              <a:defRPr sz="1800" b="1">
                <a:solidFill>
                  <a:srgbClr val="3B1644"/>
                </a:solidFill>
                <a:latin typeface="Arial"/>
                <a:ea typeface="Arial"/>
                <a:cs typeface="Arial"/>
              </a:defRPr>
            </a:lvl5pPr>
            <a:lvl6pPr algn="l">
              <a:defRPr sz="1800" b="1">
                <a:solidFill>
                  <a:srgbClr val="3B1644"/>
                </a:solidFill>
                <a:latin typeface="Arial"/>
                <a:ea typeface="Arial"/>
                <a:cs typeface="Arial"/>
              </a:defRPr>
            </a:lvl6pPr>
            <a:lvl7pPr algn="l">
              <a:defRPr sz="1800" b="1">
                <a:solidFill>
                  <a:srgbClr val="3B1644"/>
                </a:solidFill>
                <a:latin typeface="Arial"/>
                <a:ea typeface="Arial"/>
                <a:cs typeface="Arial"/>
              </a:defRPr>
            </a:lvl7pPr>
            <a:lvl8pPr algn="l">
              <a:defRPr sz="1800" b="1">
                <a:solidFill>
                  <a:srgbClr val="3B1644"/>
                </a:solidFill>
                <a:latin typeface="Arial"/>
                <a:ea typeface="Arial"/>
                <a:cs typeface="Arial"/>
              </a:defRPr>
            </a:lvl8pPr>
            <a:lvl9pPr algn="l">
              <a:defRPr sz="1800" b="1">
                <a:solidFill>
                  <a:srgbClr val="3B1644"/>
                </a:solidFill>
                <a:latin typeface="Arial"/>
                <a:ea typeface="Arial"/>
                <a:cs typeface="Arial"/>
              </a:defRPr>
            </a:lvl9pPr>
          </a:lstStyle>
          <a:p xmlns:a="http://schemas.openxmlformats.org/drawingml/2006/main">
            <a:pPr algn="l">
              <a:defRPr sz="1800" b="1">
                <a:solidFill>
                  <a:srgbClr val="3B1644"/>
                </a:solidFill>
                <a:latin typeface="Arial"/>
                <a:ea typeface="Arial"/>
                <a:cs typeface="Arial"/>
              </a:defRPr>
            </a:pPr>
            <a:r>
              <a:rPr sz="1800" b="1">
                <a:solidFill>
                  <a:srgbClr val="3B1644"/>
                </a:solidFill>
                <a:latin typeface="Arial"/>
                <a:ea typeface="Arial"/>
                <a:cs typeface="Arial"/>
              </a:rPr>
              <a:t>SQL Server thực tế</a:t>
            </a:r>
          </a:p>
        </p:txBody>
      </p:sp>
      <p:sp>
        <p:nvSpPr>
          <p:cNvPr id="15" name="pending-sql-copy">
            <a:extLst xmlns:a="http://schemas.openxmlformats.org/drawingml/2006/main">
              <a:ext uri="{FF2B5EF4-FFF2-40B4-BE49-F238E27FC236}">
                <a16:creationId xmlns:a16="http://schemas.microsoft.com/office/drawing/2014/main" id="{AFB747C6-807F-44B7-95A7-42F19AC2B56C}"/>
              </a:ext>
            </a:extLst>
          </p:cNvPr>
          <p:cNvSpPr>
            <a:spLocks xmlns:a="http://schemas.openxmlformats.org/drawingml/2006/main" noGrp="1"/>
          </p:cNvSpPr>
          <p:nvPr/>
        </p:nvSpPr>
        <p:spPr>
          <a:xfrm xmlns:a="http://schemas.openxmlformats.org/drawingml/2006/main">
            <a:off x="6400800" y="2952750"/>
            <a:ext cx="495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D5660"/>
                </a:solidFill>
                <a:latin typeface="Arial"/>
                <a:ea typeface="Arial"/>
                <a:cs typeface="Arial"/>
              </a:defRPr>
            </a:defPPr>
            <a:lvl1pPr algn="l">
              <a:defRPr sz="1500" b="0">
                <a:solidFill>
                  <a:srgbClr val="5D5660"/>
                </a:solidFill>
                <a:latin typeface="Arial"/>
                <a:ea typeface="Arial"/>
                <a:cs typeface="Arial"/>
              </a:defRPr>
            </a:lvl1pPr>
            <a:lvl2pPr algn="l">
              <a:defRPr sz="1500" b="0">
                <a:solidFill>
                  <a:srgbClr val="5D5660"/>
                </a:solidFill>
                <a:latin typeface="Arial"/>
                <a:ea typeface="Arial"/>
                <a:cs typeface="Arial"/>
              </a:defRPr>
            </a:lvl2pPr>
            <a:lvl3pPr algn="l">
              <a:defRPr sz="1500" b="0">
                <a:solidFill>
                  <a:srgbClr val="5D5660"/>
                </a:solidFill>
                <a:latin typeface="Arial"/>
                <a:ea typeface="Arial"/>
                <a:cs typeface="Arial"/>
              </a:defRPr>
            </a:lvl3pPr>
            <a:lvl4pPr algn="l">
              <a:defRPr sz="1500" b="0">
                <a:solidFill>
                  <a:srgbClr val="5D5660"/>
                </a:solidFill>
                <a:latin typeface="Arial"/>
                <a:ea typeface="Arial"/>
                <a:cs typeface="Arial"/>
              </a:defRPr>
            </a:lvl4pPr>
            <a:lvl5pPr algn="l">
              <a:defRPr sz="1500" b="0">
                <a:solidFill>
                  <a:srgbClr val="5D5660"/>
                </a:solidFill>
                <a:latin typeface="Arial"/>
                <a:ea typeface="Arial"/>
                <a:cs typeface="Arial"/>
              </a:defRPr>
            </a:lvl5pPr>
            <a:lvl6pPr algn="l">
              <a:defRPr sz="1500" b="0">
                <a:solidFill>
                  <a:srgbClr val="5D5660"/>
                </a:solidFill>
                <a:latin typeface="Arial"/>
                <a:ea typeface="Arial"/>
                <a:cs typeface="Arial"/>
              </a:defRPr>
            </a:lvl6pPr>
            <a:lvl7pPr algn="l">
              <a:defRPr sz="1500" b="0">
                <a:solidFill>
                  <a:srgbClr val="5D5660"/>
                </a:solidFill>
                <a:latin typeface="Arial"/>
                <a:ea typeface="Arial"/>
                <a:cs typeface="Arial"/>
              </a:defRPr>
            </a:lvl7pPr>
            <a:lvl8pPr algn="l">
              <a:defRPr sz="1500" b="0">
                <a:solidFill>
                  <a:srgbClr val="5D5660"/>
                </a:solidFill>
                <a:latin typeface="Arial"/>
                <a:ea typeface="Arial"/>
                <a:cs typeface="Arial"/>
              </a:defRPr>
            </a:lvl8pPr>
            <a:lvl9pPr algn="l">
              <a:defRPr sz="1500" b="0">
                <a:solidFill>
                  <a:srgbClr val="5D5660"/>
                </a:solidFill>
                <a:latin typeface="Arial"/>
                <a:ea typeface="Arial"/>
                <a:cs typeface="Arial"/>
              </a:defRPr>
            </a:lvl9pPr>
          </a:lstStyle>
          <a:p xmlns:a="http://schemas.openxmlformats.org/drawingml/2006/main">
            <a:pPr algn="l">
              <a:defRPr sz="1500" b="0">
                <a:solidFill>
                  <a:srgbClr val="5D5660"/>
                </a:solidFill>
                <a:latin typeface="Arial"/>
                <a:ea typeface="Arial"/>
                <a:cs typeface="Arial"/>
              </a:defRPr>
            </a:pPr>
            <a:r>
              <a:rPr sz="1500" b="0">
                <a:solidFill>
                  <a:srgbClr val="5D5660"/>
                </a:solidFill>
                <a:latin typeface="Arial"/>
                <a:ea typeface="Arial"/>
                <a:cs typeface="Arial"/>
              </a:rPr>
              <a:t>Chạy script trên database trống; xác nhận đặt/hủy booking và số chỗ sau giao dịch.</a:t>
            </a:r>
          </a:p>
        </p:txBody>
      </p:sp>
      <p:sp>
        <p:nvSpPr>
          <p:cNvPr id="16" name="pending-demo-title">
            <a:extLst xmlns:a="http://schemas.openxmlformats.org/drawingml/2006/main">
              <a:ext uri="{FF2B5EF4-FFF2-40B4-BE49-F238E27FC236}">
                <a16:creationId xmlns:a16="http://schemas.microsoft.com/office/drawing/2014/main" id="{6C578647-A5F7-45F1-8611-C69F15B43E74}"/>
              </a:ext>
            </a:extLst>
          </p:cNvPr>
          <p:cNvSpPr>
            <a:spLocks xmlns:a="http://schemas.openxmlformats.org/drawingml/2006/main" noGrp="1"/>
          </p:cNvSpPr>
          <p:nvPr/>
        </p:nvSpPr>
        <p:spPr>
          <a:xfrm xmlns:a="http://schemas.openxmlformats.org/drawingml/2006/main">
            <a:off x="6400800" y="3886200"/>
            <a:ext cx="5105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B1644"/>
                </a:solidFill>
                <a:latin typeface="Arial"/>
                <a:ea typeface="Arial"/>
                <a:cs typeface="Arial"/>
              </a:defRPr>
            </a:defPPr>
            <a:lvl1pPr algn="l">
              <a:defRPr sz="1800" b="1">
                <a:solidFill>
                  <a:srgbClr val="3B1644"/>
                </a:solidFill>
                <a:latin typeface="Arial"/>
                <a:ea typeface="Arial"/>
                <a:cs typeface="Arial"/>
              </a:defRPr>
            </a:lvl1pPr>
            <a:lvl2pPr algn="l">
              <a:defRPr sz="1800" b="1">
                <a:solidFill>
                  <a:srgbClr val="3B1644"/>
                </a:solidFill>
                <a:latin typeface="Arial"/>
                <a:ea typeface="Arial"/>
                <a:cs typeface="Arial"/>
              </a:defRPr>
            </a:lvl2pPr>
            <a:lvl3pPr algn="l">
              <a:defRPr sz="1800" b="1">
                <a:solidFill>
                  <a:srgbClr val="3B1644"/>
                </a:solidFill>
                <a:latin typeface="Arial"/>
                <a:ea typeface="Arial"/>
                <a:cs typeface="Arial"/>
              </a:defRPr>
            </a:lvl3pPr>
            <a:lvl4pPr algn="l">
              <a:defRPr sz="1800" b="1">
                <a:solidFill>
                  <a:srgbClr val="3B1644"/>
                </a:solidFill>
                <a:latin typeface="Arial"/>
                <a:ea typeface="Arial"/>
                <a:cs typeface="Arial"/>
              </a:defRPr>
            </a:lvl4pPr>
            <a:lvl5pPr algn="l">
              <a:defRPr sz="1800" b="1">
                <a:solidFill>
                  <a:srgbClr val="3B1644"/>
                </a:solidFill>
                <a:latin typeface="Arial"/>
                <a:ea typeface="Arial"/>
                <a:cs typeface="Arial"/>
              </a:defRPr>
            </a:lvl5pPr>
            <a:lvl6pPr algn="l">
              <a:defRPr sz="1800" b="1">
                <a:solidFill>
                  <a:srgbClr val="3B1644"/>
                </a:solidFill>
                <a:latin typeface="Arial"/>
                <a:ea typeface="Arial"/>
                <a:cs typeface="Arial"/>
              </a:defRPr>
            </a:lvl6pPr>
            <a:lvl7pPr algn="l">
              <a:defRPr sz="1800" b="1">
                <a:solidFill>
                  <a:srgbClr val="3B1644"/>
                </a:solidFill>
                <a:latin typeface="Arial"/>
                <a:ea typeface="Arial"/>
                <a:cs typeface="Arial"/>
              </a:defRPr>
            </a:lvl7pPr>
            <a:lvl8pPr algn="l">
              <a:defRPr sz="1800" b="1">
                <a:solidFill>
                  <a:srgbClr val="3B1644"/>
                </a:solidFill>
                <a:latin typeface="Arial"/>
                <a:ea typeface="Arial"/>
                <a:cs typeface="Arial"/>
              </a:defRPr>
            </a:lvl8pPr>
            <a:lvl9pPr algn="l">
              <a:defRPr sz="1800" b="1">
                <a:solidFill>
                  <a:srgbClr val="3B1644"/>
                </a:solidFill>
                <a:latin typeface="Arial"/>
                <a:ea typeface="Arial"/>
                <a:cs typeface="Arial"/>
              </a:defRPr>
            </a:lvl9pPr>
          </a:lstStyle>
          <a:p xmlns:a="http://schemas.openxmlformats.org/drawingml/2006/main">
            <a:pPr algn="l">
              <a:defRPr sz="1800" b="1">
                <a:solidFill>
                  <a:srgbClr val="3B1644"/>
                </a:solidFill>
                <a:latin typeface="Arial"/>
                <a:ea typeface="Arial"/>
                <a:cs typeface="Arial"/>
              </a:defRPr>
            </a:pPr>
            <a:r>
              <a:rPr sz="1800" b="1">
                <a:solidFill>
                  <a:srgbClr val="3B1644"/>
                </a:solidFill>
                <a:latin typeface="Arial"/>
                <a:ea typeface="Arial"/>
                <a:cs typeface="Arial"/>
              </a:rPr>
              <a:t>Kiểm tra trước khi demo</a:t>
            </a:r>
          </a:p>
        </p:txBody>
      </p:sp>
      <p:sp>
        <p:nvSpPr>
          <p:cNvPr id="17" name="pending-demo-copy">
            <a:extLst xmlns:a="http://schemas.openxmlformats.org/drawingml/2006/main">
              <a:ext uri="{FF2B5EF4-FFF2-40B4-BE49-F238E27FC236}">
                <a16:creationId xmlns:a16="http://schemas.microsoft.com/office/drawing/2014/main" id="{3970BB63-23A5-4392-89D6-376A0D06E081}"/>
              </a:ext>
            </a:extLst>
          </p:cNvPr>
          <p:cNvSpPr>
            <a:spLocks xmlns:a="http://schemas.openxmlformats.org/drawingml/2006/main" noGrp="1"/>
          </p:cNvSpPr>
          <p:nvPr/>
        </p:nvSpPr>
        <p:spPr>
          <a:xfrm xmlns:a="http://schemas.openxmlformats.org/drawingml/2006/main">
            <a:off x="6400800" y="4219575"/>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D5660"/>
                </a:solidFill>
                <a:latin typeface="Arial"/>
                <a:ea typeface="Arial"/>
                <a:cs typeface="Arial"/>
              </a:defRPr>
            </a:defPPr>
            <a:lvl1pPr algn="l">
              <a:defRPr sz="1500" b="0">
                <a:solidFill>
                  <a:srgbClr val="5D5660"/>
                </a:solidFill>
                <a:latin typeface="Arial"/>
                <a:ea typeface="Arial"/>
                <a:cs typeface="Arial"/>
              </a:defRPr>
            </a:lvl1pPr>
            <a:lvl2pPr algn="l">
              <a:defRPr sz="1500" b="0">
                <a:solidFill>
                  <a:srgbClr val="5D5660"/>
                </a:solidFill>
                <a:latin typeface="Arial"/>
                <a:ea typeface="Arial"/>
                <a:cs typeface="Arial"/>
              </a:defRPr>
            </a:lvl2pPr>
            <a:lvl3pPr algn="l">
              <a:defRPr sz="1500" b="0">
                <a:solidFill>
                  <a:srgbClr val="5D5660"/>
                </a:solidFill>
                <a:latin typeface="Arial"/>
                <a:ea typeface="Arial"/>
                <a:cs typeface="Arial"/>
              </a:defRPr>
            </a:lvl3pPr>
            <a:lvl4pPr algn="l">
              <a:defRPr sz="1500" b="0">
                <a:solidFill>
                  <a:srgbClr val="5D5660"/>
                </a:solidFill>
                <a:latin typeface="Arial"/>
                <a:ea typeface="Arial"/>
                <a:cs typeface="Arial"/>
              </a:defRPr>
            </a:lvl4pPr>
            <a:lvl5pPr algn="l">
              <a:defRPr sz="1500" b="0">
                <a:solidFill>
                  <a:srgbClr val="5D5660"/>
                </a:solidFill>
                <a:latin typeface="Arial"/>
                <a:ea typeface="Arial"/>
                <a:cs typeface="Arial"/>
              </a:defRPr>
            </a:lvl5pPr>
            <a:lvl6pPr algn="l">
              <a:defRPr sz="1500" b="0">
                <a:solidFill>
                  <a:srgbClr val="5D5660"/>
                </a:solidFill>
                <a:latin typeface="Arial"/>
                <a:ea typeface="Arial"/>
                <a:cs typeface="Arial"/>
              </a:defRPr>
            </a:lvl6pPr>
            <a:lvl7pPr algn="l">
              <a:defRPr sz="1500" b="0">
                <a:solidFill>
                  <a:srgbClr val="5D5660"/>
                </a:solidFill>
                <a:latin typeface="Arial"/>
                <a:ea typeface="Arial"/>
                <a:cs typeface="Arial"/>
              </a:defRPr>
            </a:lvl7pPr>
            <a:lvl8pPr algn="l">
              <a:defRPr sz="1500" b="0">
                <a:solidFill>
                  <a:srgbClr val="5D5660"/>
                </a:solidFill>
                <a:latin typeface="Arial"/>
                <a:ea typeface="Arial"/>
                <a:cs typeface="Arial"/>
              </a:defRPr>
            </a:lvl8pPr>
            <a:lvl9pPr algn="l">
              <a:defRPr sz="1500" b="0">
                <a:solidFill>
                  <a:srgbClr val="5D5660"/>
                </a:solidFill>
                <a:latin typeface="Arial"/>
                <a:ea typeface="Arial"/>
                <a:cs typeface="Arial"/>
              </a:defRPr>
            </a:lvl9pPr>
          </a:lstStyle>
          <a:p xmlns:a="http://schemas.openxmlformats.org/drawingml/2006/main">
            <a:pPr algn="l">
              <a:defRPr sz="1500" b="0">
                <a:solidFill>
                  <a:srgbClr val="5D5660"/>
                </a:solidFill>
                <a:latin typeface="Arial"/>
                <a:ea typeface="Arial"/>
                <a:cs typeface="Arial"/>
              </a:defRPr>
            </a:pPr>
            <a:r>
              <a:rPr sz="1500" b="0">
                <a:solidFill>
                  <a:srgbClr val="5D5660"/>
                </a:solidFill>
                <a:latin typeface="Arial"/>
                <a:ea typeface="Arial"/>
                <a:cs typeface="Arial"/>
              </a:rPr>
              <a:t>Rà giao diện ở bề rộng 390 px và xác nhận tài khoản Customer không vào được trang Admin.</a:t>
            </a:r>
          </a:p>
        </p:txBody>
      </p:sp>
      <p:sp>
        <p:nvSpPr>
          <p:cNvPr id="18" name="pending-note">
            <a:extLst xmlns:a="http://schemas.openxmlformats.org/drawingml/2006/main">
              <a:ext uri="{FF2B5EF4-FFF2-40B4-BE49-F238E27FC236}">
                <a16:creationId xmlns:a16="http://schemas.microsoft.com/office/drawing/2014/main" id="{B9F35B21-254C-4A98-B0CE-8B4AA55C0543}"/>
              </a:ext>
            </a:extLst>
          </p:cNvPr>
          <p:cNvSpPr>
            <a:spLocks xmlns:a="http://schemas.openxmlformats.org/drawingml/2006/main" noGrp="1"/>
          </p:cNvSpPr>
          <p:nvPr/>
        </p:nvSpPr>
        <p:spPr>
          <a:xfrm xmlns:a="http://schemas.openxmlformats.org/drawingml/2006/main">
            <a:off x="6400800" y="527685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08216"/>
                </a:solidFill>
                <a:latin typeface="Arial"/>
                <a:ea typeface="Arial"/>
                <a:cs typeface="Arial"/>
              </a:defRPr>
            </a:defPPr>
            <a:lvl1pPr algn="l">
              <a:defRPr sz="1725" b="1">
                <a:solidFill>
                  <a:srgbClr val="B08216"/>
                </a:solidFill>
                <a:latin typeface="Arial"/>
                <a:ea typeface="Arial"/>
                <a:cs typeface="Arial"/>
              </a:defRPr>
            </a:lvl1pPr>
            <a:lvl2pPr algn="l">
              <a:defRPr sz="1725" b="1">
                <a:solidFill>
                  <a:srgbClr val="B08216"/>
                </a:solidFill>
                <a:latin typeface="Arial"/>
                <a:ea typeface="Arial"/>
                <a:cs typeface="Arial"/>
              </a:defRPr>
            </a:lvl2pPr>
            <a:lvl3pPr algn="l">
              <a:defRPr sz="1725" b="1">
                <a:solidFill>
                  <a:srgbClr val="B08216"/>
                </a:solidFill>
                <a:latin typeface="Arial"/>
                <a:ea typeface="Arial"/>
                <a:cs typeface="Arial"/>
              </a:defRPr>
            </a:lvl3pPr>
            <a:lvl4pPr algn="l">
              <a:defRPr sz="1725" b="1">
                <a:solidFill>
                  <a:srgbClr val="B08216"/>
                </a:solidFill>
                <a:latin typeface="Arial"/>
                <a:ea typeface="Arial"/>
                <a:cs typeface="Arial"/>
              </a:defRPr>
            </a:lvl4pPr>
            <a:lvl5pPr algn="l">
              <a:defRPr sz="1725" b="1">
                <a:solidFill>
                  <a:srgbClr val="B08216"/>
                </a:solidFill>
                <a:latin typeface="Arial"/>
                <a:ea typeface="Arial"/>
                <a:cs typeface="Arial"/>
              </a:defRPr>
            </a:lvl5pPr>
            <a:lvl6pPr algn="l">
              <a:defRPr sz="1725" b="1">
                <a:solidFill>
                  <a:srgbClr val="B08216"/>
                </a:solidFill>
                <a:latin typeface="Arial"/>
                <a:ea typeface="Arial"/>
                <a:cs typeface="Arial"/>
              </a:defRPr>
            </a:lvl6pPr>
            <a:lvl7pPr algn="l">
              <a:defRPr sz="1725" b="1">
                <a:solidFill>
                  <a:srgbClr val="B08216"/>
                </a:solidFill>
                <a:latin typeface="Arial"/>
                <a:ea typeface="Arial"/>
                <a:cs typeface="Arial"/>
              </a:defRPr>
            </a:lvl7pPr>
            <a:lvl8pPr algn="l">
              <a:defRPr sz="1725" b="1">
                <a:solidFill>
                  <a:srgbClr val="B08216"/>
                </a:solidFill>
                <a:latin typeface="Arial"/>
                <a:ea typeface="Arial"/>
                <a:cs typeface="Arial"/>
              </a:defRPr>
            </a:lvl8pPr>
            <a:lvl9pPr algn="l">
              <a:defRPr sz="1725" b="1">
                <a:solidFill>
                  <a:srgbClr val="B08216"/>
                </a:solidFill>
                <a:latin typeface="Arial"/>
                <a:ea typeface="Arial"/>
                <a:cs typeface="Arial"/>
              </a:defRPr>
            </a:lvl9pPr>
          </a:lstStyle>
          <a:p xmlns:a="http://schemas.openxmlformats.org/drawingml/2006/main">
            <a:pPr algn="l">
              <a:defRPr sz="1725" b="1">
                <a:solidFill>
                  <a:srgbClr val="B08216"/>
                </a:solidFill>
                <a:latin typeface="Arial"/>
                <a:ea typeface="Arial"/>
                <a:cs typeface="Arial"/>
              </a:defRPr>
            </a:pPr>
            <a:r>
              <a:rPr sz="1725" b="1">
                <a:solidFill>
                  <a:srgbClr val="B08216"/>
                </a:solidFill>
                <a:latin typeface="Arial"/>
                <a:ea typeface="Arial"/>
                <a:cs typeface="Arial"/>
              </a:rPr>
              <a:t>SQL Server thật: chưa kiểm chứng</a:t>
            </a:r>
          </a:p>
        </p:txBody>
      </p:sp>
    </p:spTree>
    <p:extLst>
      <p:ext uri="{BB962C8B-B14F-4D97-AF65-F5344CB8AC3E}">
        <p14:creationId xmlns:p14="http://schemas.microsoft.com/office/powerpoint/2010/main" val="11731339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1CA501-2EBF-4211-8A61-7A019E641DA6}"/>
              </a:ext>
            </a:extLst>
          </p:cNvPr>
          <p:cNvSpPr>
            <a:spLocks xmlns:a="http://schemas.openxmlformats.org/drawingml/2006/main" noGrp="1"/>
          </p:cNvSpPr>
          <p:nvPr/>
        </p:nvSpPr>
        <p:spPr>
          <a:xfrm xmlns:a="http://schemas.openxmlformats.org/drawingml/2006/main">
            <a:off x="685800" y="6667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542255"/>
                </a:solidFill>
                <a:latin typeface="Arial"/>
                <a:ea typeface="Arial"/>
                <a:cs typeface="Arial"/>
              </a:defRPr>
            </a:pPr>
            <a:r>
              <a:rPr sz="1350" b="1">
                <a:solidFill>
                  <a:srgbClr val="542255"/>
                </a:solidFill>
                <a:latin typeface="Arial"/>
                <a:ea typeface="Arial"/>
                <a:cs typeface="Arial"/>
              </a:rPr>
              <a:t>THÔNG TIN THỰC HIỆN</a:t>
            </a:r>
          </a:p>
        </p:txBody>
      </p:sp>
      <p:sp>
        <p:nvSpPr>
          <p:cNvPr id="2" name="">
            <a:extLst xmlns:a="http://schemas.openxmlformats.org/drawingml/2006/main">
              <a:ext uri="{FF2B5EF4-FFF2-40B4-BE49-F238E27FC236}">
                <a16:creationId xmlns:a16="http://schemas.microsoft.com/office/drawing/2014/main" id="{EEE96F3F-4489-4780-928B-F38BFBDD7AC3}"/>
              </a:ext>
            </a:extLst>
          </p:cNvPr>
          <p:cNvSpPr>
            <a:spLocks xmlns:a="http://schemas.openxmlformats.org/drawingml/2006/main" noGrp="1"/>
          </p:cNvSpPr>
          <p:nvPr/>
        </p:nvSpPr>
        <p:spPr>
          <a:xfrm xmlns:a="http://schemas.openxmlformats.org/drawingml/2006/main">
            <a:off x="685800" y="1257300"/>
            <a:ext cx="838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300" b="1">
                <a:solidFill>
                  <a:srgbClr val="211B22"/>
                </a:solidFill>
                <a:latin typeface="Arial"/>
                <a:ea typeface="Arial"/>
                <a:cs typeface="Arial"/>
              </a:defRPr>
            </a:pPr>
            <a:r>
              <a:rPr sz="3300" b="1">
                <a:solidFill>
                  <a:srgbClr val="211B22"/>
                </a:solidFill>
                <a:latin typeface="Arial"/>
                <a:ea typeface="Arial"/>
                <a:cs typeface="Arial"/>
              </a:rPr>
              <a:t>Lương Quang Hoàng Minh</a:t>
            </a:r>
          </a:p>
        </p:txBody>
      </p:sp>
      <p:sp>
        <p:nvSpPr>
          <p:cNvPr id="3" name="">
            <a:extLst xmlns:a="http://schemas.openxmlformats.org/drawingml/2006/main">
              <a:ext uri="{FF2B5EF4-FFF2-40B4-BE49-F238E27FC236}">
                <a16:creationId xmlns:a16="http://schemas.microsoft.com/office/drawing/2014/main" id="{49806EA8-5E14-47DC-981A-5EEADE464A55}"/>
              </a:ext>
            </a:extLst>
          </p:cNvPr>
          <p:cNvSpPr>
            <a:spLocks xmlns:a="http://schemas.openxmlformats.org/drawingml/2006/main" noGrp="1"/>
          </p:cNvSpPr>
          <p:nvPr/>
        </p:nvSpPr>
        <p:spPr>
          <a:xfrm xmlns:a="http://schemas.openxmlformats.org/drawingml/2006/main">
            <a:off x="685800" y="20955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3B1644"/>
                </a:solidFill>
                <a:latin typeface="Arial"/>
                <a:ea typeface="Arial"/>
                <a:cs typeface="Arial"/>
              </a:defRPr>
            </a:pPr>
            <a:r>
              <a:rPr sz="2100" b="1">
                <a:solidFill>
                  <a:srgbClr val="3B1644"/>
                </a:solidFill>
                <a:latin typeface="Arial"/>
                <a:ea typeface="Arial"/>
                <a:cs typeface="Arial"/>
              </a:rPr>
              <a:t>MSSV  23K4080038</a:t>
            </a:r>
          </a:p>
        </p:txBody>
      </p:sp>
      <p:sp>
        <p:nvSpPr>
          <p:cNvPr id="4" name="">
            <a:extLst xmlns:a="http://schemas.openxmlformats.org/drawingml/2006/main">
              <a:ext uri="{FF2B5EF4-FFF2-40B4-BE49-F238E27FC236}">
                <a16:creationId xmlns:a16="http://schemas.microsoft.com/office/drawing/2014/main" id="{5CAFB263-34D1-40AD-88A3-2E5E75CB4D9D}"/>
              </a:ext>
            </a:extLst>
          </p:cNvPr>
          <p:cNvSpPr>
            <a:spLocks xmlns:a="http://schemas.openxmlformats.org/drawingml/2006/main" noGrp="1"/>
          </p:cNvSpPr>
          <p:nvPr/>
        </p:nvSpPr>
        <p:spPr>
          <a:xfrm xmlns:a="http://schemas.openxmlformats.org/drawingml/2006/main">
            <a:off x="685800" y="264795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0">
                <a:solidFill>
                  <a:srgbClr val="211B22"/>
                </a:solidFill>
                <a:latin typeface="Arial"/>
                <a:ea typeface="Arial"/>
                <a:cs typeface="Arial"/>
              </a:defRPr>
            </a:pPr>
            <a:r>
              <a:rPr sz="1950" b="0">
                <a:solidFill>
                  <a:srgbClr val="211B22"/>
                </a:solidFill>
                <a:latin typeface="Arial"/>
                <a:ea typeface="Arial"/>
                <a:cs typeface="Arial"/>
              </a:rPr>
              <a:t>Lớp / Khóa  K57HTTTQL</a:t>
            </a:r>
          </a:p>
        </p:txBody>
      </p:sp>
      <p:sp>
        <p:nvSpPr>
          <p:cNvPr id="5" name="">
            <a:extLst xmlns:a="http://schemas.openxmlformats.org/drawingml/2006/main">
              <a:ext uri="{FF2B5EF4-FFF2-40B4-BE49-F238E27FC236}">
                <a16:creationId xmlns:a16="http://schemas.microsoft.com/office/drawing/2014/main" id="{7BA21E2A-A047-4AC9-BFFF-833E7209C5D3}"/>
              </a:ext>
            </a:extLst>
          </p:cNvPr>
          <p:cNvSpPr>
            <a:spLocks xmlns:a="http://schemas.openxmlformats.org/drawingml/2006/main" noGrp="1"/>
          </p:cNvSpPr>
          <p:nvPr/>
        </p:nvSpPr>
        <p:spPr>
          <a:xfrm xmlns:a="http://schemas.openxmlformats.org/drawingml/2006/main">
            <a:off x="68580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211B22"/>
                </a:solidFill>
                <a:latin typeface="Arial"/>
                <a:ea typeface="Arial"/>
                <a:cs typeface="Arial"/>
              </a:defRPr>
            </a:pPr>
            <a:r>
              <a:rPr sz="1800" b="0">
                <a:solidFill>
                  <a:srgbClr val="211B22"/>
                </a:solidFill>
                <a:latin typeface="Arial"/>
                <a:ea typeface="Arial"/>
                <a:cs typeface="Arial"/>
              </a:rPr>
              <a:t>Môn học  Lập Trình Web / Phát Triển Ứng Dụng Web (.NET)</a:t>
            </a:r>
          </a:p>
        </p:txBody>
      </p:sp>
      <p:sp>
        <p:nvSpPr>
          <p:cNvPr id="6" name="">
            <a:extLst xmlns:a="http://schemas.openxmlformats.org/drawingml/2006/main">
              <a:ext uri="{FF2B5EF4-FFF2-40B4-BE49-F238E27FC236}">
                <a16:creationId xmlns:a16="http://schemas.microsoft.com/office/drawing/2014/main" id="{F5336413-77ED-48EC-937B-A4983FB39A68}"/>
              </a:ext>
            </a:extLst>
          </p:cNvPr>
          <p:cNvSpPr>
            <a:spLocks xmlns:a="http://schemas.openxmlformats.org/drawingml/2006/main" noGrp="1"/>
          </p:cNvSpPr>
          <p:nvPr/>
        </p:nvSpPr>
        <p:spPr>
          <a:xfrm xmlns:a="http://schemas.openxmlformats.org/drawingml/2006/main">
            <a:off x="685800" y="40005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211B22"/>
                </a:solidFill>
                <a:latin typeface="Arial"/>
                <a:ea typeface="Arial"/>
                <a:cs typeface="Arial"/>
              </a:defRPr>
            </a:pPr>
            <a:r>
              <a:rPr sz="1800" b="0">
                <a:solidFill>
                  <a:srgbClr val="211B22"/>
                </a:solidFill>
                <a:latin typeface="Arial"/>
                <a:ea typeface="Arial"/>
                <a:cs typeface="Arial"/>
              </a:rPr>
              <a:t>Giảng viên hướng dẫn  Hà Ngọc Long</a:t>
            </a:r>
          </a:p>
        </p:txBody>
      </p:sp>
      <p:sp>
        <p:nvSpPr>
          <p:cNvPr id="7" name="">
            <a:extLst xmlns:a="http://schemas.openxmlformats.org/drawingml/2006/main">
              <a:ext uri="{FF2B5EF4-FFF2-40B4-BE49-F238E27FC236}">
                <a16:creationId xmlns:a16="http://schemas.microsoft.com/office/drawing/2014/main" id="{6C55C332-7116-4145-AF07-8E2CB0E9D195}"/>
              </a:ext>
            </a:extLst>
          </p:cNvPr>
          <p:cNvSpPr>
            <a:spLocks xmlns:a="http://schemas.openxmlformats.org/drawingml/2006/main" noGrp="1"/>
          </p:cNvSpPr>
          <p:nvPr/>
        </p:nvSpPr>
        <p:spPr>
          <a:xfrm xmlns:a="http://schemas.openxmlformats.org/drawingml/2006/main">
            <a:off x="685800" y="455295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211B22"/>
                </a:solidFill>
                <a:latin typeface="Arial"/>
                <a:ea typeface="Arial"/>
                <a:cs typeface="Arial"/>
              </a:defRPr>
            </a:pPr>
            <a:r>
              <a:rPr sz="1800" b="0">
                <a:solidFill>
                  <a:srgbClr val="211B22"/>
                </a:solidFill>
                <a:latin typeface="Arial"/>
                <a:ea typeface="Arial"/>
                <a:cs typeface="Arial"/>
              </a:rPr>
              <a:t>Khoa Tin Học Kinh Tế, Đại Học Kinh Tế Huế</a:t>
            </a:r>
          </a:p>
        </p:txBody>
      </p:sp>
      <p:sp>
        <p:nvSpPr>
          <p:cNvPr id="8" name="">
            <a:extLst xmlns:a="http://schemas.openxmlformats.org/drawingml/2006/main">
              <a:ext uri="{FF2B5EF4-FFF2-40B4-BE49-F238E27FC236}">
                <a16:creationId xmlns:a16="http://schemas.microsoft.com/office/drawing/2014/main" id="{18876636-1F1E-4E23-8457-8E4379BA1579}"/>
              </a:ext>
            </a:extLst>
          </p:cNvPr>
          <p:cNvSpPr>
            <a:spLocks xmlns:a="http://schemas.openxmlformats.org/drawingml/2006/main" noGrp="1"/>
          </p:cNvSpPr>
          <p:nvPr/>
        </p:nvSpPr>
        <p:spPr>
          <a:xfrm xmlns:a="http://schemas.openxmlformats.org/drawingml/2006/main">
            <a:off x="685800" y="51054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211B22"/>
                </a:solidFill>
                <a:latin typeface="Arial"/>
                <a:ea typeface="Arial"/>
                <a:cs typeface="Arial"/>
              </a:defRPr>
            </a:pPr>
            <a:r>
              <a:rPr sz="1800" b="0">
                <a:solidFill>
                  <a:srgbClr val="211B22"/>
                </a:solidFill>
                <a:latin typeface="Arial"/>
                <a:ea typeface="Arial"/>
                <a:cs typeface="Arial"/>
              </a:rPr>
              <a:t>Hoàn thành / nộp bài  29/09/2026</a:t>
            </a:r>
          </a:p>
        </p:txBody>
      </p:sp>
      <p:sp>
        <p:nvSpPr>
          <p:cNvPr id="9" name="">
            <a:extLst xmlns:a="http://schemas.openxmlformats.org/drawingml/2006/main">
              <a:ext uri="{FF2B5EF4-FFF2-40B4-BE49-F238E27FC236}">
                <a16:creationId xmlns:a16="http://schemas.microsoft.com/office/drawing/2014/main" id="{EE0B3F6A-A2BB-4E0C-B273-EF1FD23DD39A}"/>
              </a:ext>
            </a:extLst>
          </p:cNvPr>
          <p:cNvSpPr>
            <a:spLocks xmlns:a="http://schemas.openxmlformats.org/drawingml/2006/main" noGrp="1"/>
          </p:cNvSpPr>
          <p:nvPr/>
        </p:nvSpPr>
        <p:spPr>
          <a:xfrm xmlns:a="http://schemas.openxmlformats.org/drawingml/2006/main">
            <a:off x="685800" y="5810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542255"/>
                </a:solidFill>
                <a:latin typeface="Arial"/>
                <a:ea typeface="Arial"/>
                <a:cs typeface="Arial"/>
              </a:defRPr>
            </a:pPr>
            <a:r>
              <a:rPr sz="1425" b="1">
                <a:solidFill>
                  <a:srgbClr val="542255"/>
                </a:solidFill>
                <a:latin typeface="Arial"/>
                <a:ea typeface="Arial"/>
                <a:cs typeface="Arial"/>
              </a:rPr>
              <a:t>GitHub  github.com/Minh05JQKA/-n-TourDulLichHue</a:t>
            </a:r>
          </a:p>
        </p:txBody>
      </p:sp>
    </p:spTree>
    <p:extLst>
      <p:ext uri="{BB962C8B-B14F-4D97-AF65-F5344CB8AC3E}">
        <p14:creationId xmlns:p14="http://schemas.microsoft.com/office/powerpoint/2010/main" val="1769294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2026-10-20T00:39:05.2670000Z</dcterms:created>
  <dcterms:modified xsi:type="dcterms:W3CDTF">2026-10-20T00:39:05.2670000Z</dcterms:modified>
</coreProperties>
</file>